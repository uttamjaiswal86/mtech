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2000"/>
  <p:notesSz cx="6858000" cy="9144000"/>
  <p:embeddedFontLst>
    <p:embeddedFont>
      <p:font typeface="Poppins"/>
      <p:regular r:id="rId38"/>
      <p:bold r:id="rId39"/>
      <p:italic r:id="rId40"/>
      <p:boldItalic r:id="rId41"/>
    </p:embeddedFont>
    <p:embeddedFont>
      <p:font typeface="Azeret Mon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italic.fntdata"/><Relationship Id="rId20" Type="http://schemas.openxmlformats.org/officeDocument/2006/relationships/slide" Target="slides/slide15.xml"/><Relationship Id="rId42" Type="http://schemas.openxmlformats.org/officeDocument/2006/relationships/font" Target="fonts/AzeretMono-regular.fntdata"/><Relationship Id="rId41" Type="http://schemas.openxmlformats.org/officeDocument/2006/relationships/font" Target="fonts/Poppins-boldItalic.fntdata"/><Relationship Id="rId22" Type="http://schemas.openxmlformats.org/officeDocument/2006/relationships/slide" Target="slides/slide17.xml"/><Relationship Id="rId44" Type="http://schemas.openxmlformats.org/officeDocument/2006/relationships/font" Target="fonts/AzeretMono-italic.fntdata"/><Relationship Id="rId21" Type="http://schemas.openxmlformats.org/officeDocument/2006/relationships/slide" Target="slides/slide16.xml"/><Relationship Id="rId43" Type="http://schemas.openxmlformats.org/officeDocument/2006/relationships/font" Target="fonts/AzeretMono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Azeret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Poppins-bold.fntdata"/><Relationship Id="rId16" Type="http://schemas.openxmlformats.org/officeDocument/2006/relationships/slide" Target="slides/slide11.xml"/><Relationship Id="rId38" Type="http://schemas.openxmlformats.org/officeDocument/2006/relationships/font" Target="fonts/Poppi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18176af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a18176af6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1fe361e4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Diesenroth </a:t>
            </a:r>
            <a:r>
              <a:rPr lang="en-US"/>
              <a:t>pg 64-65</a:t>
            </a:r>
            <a:endParaRPr/>
          </a:p>
        </p:txBody>
      </p:sp>
      <p:sp>
        <p:nvSpPr>
          <p:cNvPr id="96" name="Google Shape;96;g3a1fe361e44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1fe361e4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David C Lay - pg 110</a:t>
            </a:r>
            <a:endParaRPr/>
          </a:p>
        </p:txBody>
      </p:sp>
      <p:sp>
        <p:nvSpPr>
          <p:cNvPr id="103" name="Google Shape;103;g3a1fe361e44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1fe361e4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Diesenroth pg 66</a:t>
            </a:r>
            <a:endParaRPr/>
          </a:p>
        </p:txBody>
      </p:sp>
      <p:sp>
        <p:nvSpPr>
          <p:cNvPr id="110" name="Google Shape;110;g3a1fe361e44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1fe361e4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a1fe361e44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25e5f83b6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Diesenroth pg 65</a:t>
            </a:r>
            <a:endParaRPr/>
          </a:p>
        </p:txBody>
      </p:sp>
      <p:sp>
        <p:nvSpPr>
          <p:cNvPr id="125" name="Google Shape;125;g3a25e5f83b6_1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1fe361e4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Diesenroth pg 65</a:t>
            </a:r>
            <a:endParaRPr/>
          </a:p>
        </p:txBody>
      </p:sp>
      <p:sp>
        <p:nvSpPr>
          <p:cNvPr id="134" name="Google Shape;134;g3a1fe361e44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25e5f83b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Diesenroth pg 65</a:t>
            </a:r>
            <a:endParaRPr/>
          </a:p>
        </p:txBody>
      </p:sp>
      <p:sp>
        <p:nvSpPr>
          <p:cNvPr id="143" name="Google Shape;143;g3a25e5f83b6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1fe361e4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Diesenroth pg 65</a:t>
            </a:r>
            <a:endParaRPr/>
          </a:p>
        </p:txBody>
      </p:sp>
      <p:sp>
        <p:nvSpPr>
          <p:cNvPr id="149" name="Google Shape;149;g3a1fe361e44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1fe361e4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a1fe361e44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18176af6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60</a:t>
            </a:r>
            <a:endParaRPr/>
          </a:p>
        </p:txBody>
      </p:sp>
      <p:sp>
        <p:nvSpPr>
          <p:cNvPr id="164" name="Google Shape;164;g3a18176af63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1fe361e4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Diesenroth pg 66</a:t>
            </a:r>
            <a:endParaRPr/>
          </a:p>
        </p:txBody>
      </p:sp>
      <p:sp>
        <p:nvSpPr>
          <p:cNvPr id="173" name="Google Shape;173;g3a1fe361e44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1fe361e4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a1fe361e44_0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1fe361e4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Diesenroth pg 64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" name="Google Shape;187;g3a1fe361e44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1fe361e4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Diesenroth pg 64</a:t>
            </a:r>
            <a:endParaRPr/>
          </a:p>
        </p:txBody>
      </p:sp>
      <p:sp>
        <p:nvSpPr>
          <p:cNvPr id="193" name="Google Shape;193;g3a1fe361e44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1fe361e4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Diesenroth pg 66</a:t>
            </a:r>
            <a:endParaRPr/>
          </a:p>
        </p:txBody>
      </p:sp>
      <p:sp>
        <p:nvSpPr>
          <p:cNvPr id="199" name="Google Shape;199;g3a1fe361e44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1fe361e4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David C Lay - pg 195-196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a1fe361e44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1fe361e4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14" name="Google Shape;214;g3a1fe361e44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1fe361e4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a1fe361e44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1fe361e44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31" name="Google Shape;231;g3a1fe361e44_0_1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1fe361e4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38" name="Google Shape;238;g3a1fe361e44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1fe361e44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45" name="Google Shape;245;g3a1fe361e44_0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1fe361e4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52" name="Google Shape;252;g3a1fe361e44_0_1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1fe361e44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58" name="Google Shape;258;g3a1fe361e44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1fe361e44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66" name="Google Shape;266;g3a1fe361e44_0_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1fe361e44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72" name="Google Shape;272;g3a1fe361e44_0_1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1fe361e44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79" name="Google Shape;279;g3a1fe361e44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1fe361e44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86" name="Google Shape;286;g3a1fe361e44_0_1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1fe361e44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92" name="Google Shape;292;g3a1fe361e44_0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1fe361e44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99" name="Google Shape;299;g3a1fe361e44_0_2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a1fe361e44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306" name="Google Shape;306;g3a1fe361e44_0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P5GJJ02OG08&amp;list=PLybg94GvOJ9En46TNCXL2n6SiqRc_iMB8&amp;index=6" TargetMode="External"/><Relationship Id="rId5" Type="http://schemas.openxmlformats.org/officeDocument/2006/relationships/hyperlink" Target="https://www.youtube.com/watch?v=CcbyMH3Noow&amp;list=PLybg94GvOJ9En46TNCXL2n6SiqRc_iMB8&amp;index=7" TargetMode="External"/><Relationship Id="rId6" Type="http://schemas.openxmlformats.org/officeDocument/2006/relationships/hyperlink" Target="https://www.youtube.com/watch?v=kWorj5BBy9k&amp;list=PLybg94GvOJ9En46TNCXL2n6SiqRc_iMB8&amp;index=9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csgNflj69-Y&amp;list=PLybg94GvOJ9En46TNCXL2n6SiqRc_iMB8&amp;index=1" TargetMode="External"/><Relationship Id="rId5" Type="http://schemas.openxmlformats.org/officeDocument/2006/relationships/hyperlink" Target="https://www.youtube.com/watch?v=RdLo-9jh2EM&amp;list=PLybg94GvOJ9En46TNCXL2n6SiqRc_iMB8&amp;index=9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9kDpbZCK62Y" TargetMode="External"/><Relationship Id="rId5" Type="http://schemas.openxmlformats.org/officeDocument/2006/relationships/hyperlink" Target="https://docs.google.com/presentation/d/18pvlqNPN8zMbv3Tseprpuho6tkrbZIPzoOKeBCMZOVM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4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30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31.png"/><Relationship Id="rId5" Type="http://schemas.openxmlformats.org/officeDocument/2006/relationships/image" Target="../media/image22.png"/><Relationship Id="rId6" Type="http://schemas.openxmlformats.org/officeDocument/2006/relationships/image" Target="../media/image35.png"/><Relationship Id="rId7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36.png"/><Relationship Id="rId5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Relationship Id="rId5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40.png"/><Relationship Id="rId5" Type="http://schemas.openxmlformats.org/officeDocument/2006/relationships/image" Target="../media/image45.png"/><Relationship Id="rId6" Type="http://schemas.openxmlformats.org/officeDocument/2006/relationships/image" Target="../media/image4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4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Relationship Id="rId4" Type="http://schemas.openxmlformats.org/officeDocument/2006/relationships/image" Target="../media/image53.png"/><Relationship Id="rId5" Type="http://schemas.openxmlformats.org/officeDocument/2006/relationships/image" Target="../media/image3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Relationship Id="rId4" Type="http://schemas.openxmlformats.org/officeDocument/2006/relationships/image" Target="../media/image53.png"/><Relationship Id="rId5" Type="http://schemas.openxmlformats.org/officeDocument/2006/relationships/image" Target="../media/image3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Relationship Id="rId4" Type="http://schemas.openxmlformats.org/officeDocument/2006/relationships/image" Target="../media/image4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Relationship Id="rId4" Type="http://schemas.openxmlformats.org/officeDocument/2006/relationships/image" Target="../media/image43.png"/><Relationship Id="rId5" Type="http://schemas.openxmlformats.org/officeDocument/2006/relationships/image" Target="../media/image4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Relationship Id="rId4" Type="http://schemas.openxmlformats.org/officeDocument/2006/relationships/image" Target="../media/image48.png"/><Relationship Id="rId5" Type="http://schemas.openxmlformats.org/officeDocument/2006/relationships/image" Target="../media/image3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2598390"/>
            <a:ext cx="116016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5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Practice Questions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4846290"/>
            <a:ext cx="110490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Lesson </a:t>
            </a: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1 &amp; 2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Prof. Saurabh’s class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10 Nov 2025, Monday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571500" y="2163067"/>
            <a:ext cx="91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8716C"/>
                </a:solidFill>
                <a:latin typeface="Azeret Mono"/>
                <a:ea typeface="Azeret Mono"/>
                <a:cs typeface="Azeret Mono"/>
                <a:sym typeface="Azeret Mono"/>
              </a:rPr>
              <a:t>Part </a:t>
            </a:r>
            <a:r>
              <a:rPr lang="en-US" sz="1800">
                <a:solidFill>
                  <a:srgbClr val="78716C"/>
                </a:solidFill>
                <a:latin typeface="Azeret Mono"/>
                <a:ea typeface="Azeret Mono"/>
                <a:cs typeface="Azeret Mono"/>
                <a:sym typeface="Azeret Mono"/>
              </a:rPr>
              <a:t>1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571500" y="2532600"/>
            <a:ext cx="1076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Matrix Operations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571500" y="4647158"/>
            <a:ext cx="952500" cy="47700"/>
          </a:xfrm>
          <a:prstGeom prst="rect">
            <a:avLst/>
          </a:prstGeom>
          <a:solidFill>
            <a:srgbClr val="3C4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4700057"/>
            <a:ext cx="110490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Target for </a:t>
            </a: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10 Nov 2025, Monday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Refresher video links: 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-342900" lvl="0" marL="45720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1800"/>
              <a:buFont typeface="Azeret Mono"/>
              <a:buChar char="-"/>
            </a:pPr>
            <a:r>
              <a:rPr lang="en-US" sz="1800" u="sng">
                <a:solidFill>
                  <a:schemeClr val="hlink"/>
                </a:solidFill>
                <a:latin typeface="Azeret Mono"/>
                <a:ea typeface="Azeret Mono"/>
                <a:cs typeface="Azeret Mono"/>
                <a:sym typeface="Azeret Mono"/>
                <a:hlinkClick r:id="rId4"/>
              </a:rPr>
              <a:t>Matrix Multiplication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-342900" lvl="0" marL="45720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1800"/>
              <a:buFont typeface="Azeret Mono"/>
              <a:buChar char="-"/>
            </a:pPr>
            <a:r>
              <a:rPr lang="en-US" sz="1800" u="sng">
                <a:solidFill>
                  <a:schemeClr val="hlink"/>
                </a:solidFill>
                <a:latin typeface="Azeret Mono"/>
                <a:ea typeface="Azeret Mono"/>
                <a:cs typeface="Azeret Mono"/>
                <a:sym typeface="Azeret Mono"/>
                <a:hlinkClick r:id="rId5"/>
              </a:rPr>
              <a:t>Determinants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-342900" lvl="0" marL="45720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1800"/>
              <a:buFont typeface="Azeret Mono"/>
              <a:buChar char="-"/>
            </a:pPr>
            <a:r>
              <a:rPr lang="en-US" sz="1800" u="sng">
                <a:solidFill>
                  <a:schemeClr val="hlink"/>
                </a:solidFill>
                <a:latin typeface="Azeret Mono"/>
                <a:ea typeface="Azeret Mono"/>
                <a:cs typeface="Azeret Mono"/>
                <a:sym typeface="Azeret Mono"/>
                <a:hlinkClick r:id="rId6"/>
              </a:rPr>
              <a:t>Inverse</a:t>
            </a: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2.4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256150"/>
            <a:ext cx="52101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9200" y="65263"/>
            <a:ext cx="5031550" cy="672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Section 2.2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06" name="Google Shape;10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938" y="1291425"/>
            <a:ext cx="8010525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950" y="2585750"/>
            <a:ext cx="3305175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2.8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394175"/>
            <a:ext cx="7921750" cy="392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/>
        </p:nvSpPr>
        <p:spPr>
          <a:xfrm>
            <a:off x="571500" y="2163067"/>
            <a:ext cx="91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8716C"/>
                </a:solidFill>
                <a:latin typeface="Azeret Mono"/>
                <a:ea typeface="Azeret Mono"/>
                <a:cs typeface="Azeret Mono"/>
                <a:sym typeface="Azeret Mono"/>
              </a:rPr>
              <a:t>Part </a:t>
            </a:r>
            <a:r>
              <a:rPr lang="en-US" sz="1800">
                <a:solidFill>
                  <a:srgbClr val="78716C"/>
                </a:solidFill>
                <a:latin typeface="Azeret Mono"/>
                <a:ea typeface="Azeret Mono"/>
                <a:cs typeface="Azeret Mono"/>
                <a:sym typeface="Azeret Mono"/>
              </a:rPr>
              <a:t>2</a:t>
            </a:r>
            <a:endParaRPr/>
          </a:p>
        </p:txBody>
      </p:sp>
      <p:sp>
        <p:nvSpPr>
          <p:cNvPr id="120" name="Google Shape;120;p18"/>
          <p:cNvSpPr txBox="1"/>
          <p:nvPr/>
        </p:nvSpPr>
        <p:spPr>
          <a:xfrm>
            <a:off x="571500" y="2532600"/>
            <a:ext cx="1076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System of Linear Eqn</a:t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571500" y="4647158"/>
            <a:ext cx="952500" cy="47700"/>
          </a:xfrm>
          <a:prstGeom prst="rect">
            <a:avLst/>
          </a:prstGeom>
          <a:solidFill>
            <a:srgbClr val="3C4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571500" y="4700057"/>
            <a:ext cx="110490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Target for 11 Nov 2025, Tuesday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Refresher video links: 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-342900" lvl="0" marL="45720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1800"/>
              <a:buFont typeface="Azeret Mono"/>
              <a:buChar char="-"/>
            </a:pPr>
            <a:r>
              <a:rPr lang="en-US" sz="1800" u="sng">
                <a:solidFill>
                  <a:schemeClr val="hlink"/>
                </a:solidFill>
                <a:latin typeface="Azeret Mono"/>
                <a:ea typeface="Azeret Mono"/>
                <a:cs typeface="Azeret Mono"/>
                <a:sym typeface="Azeret Mono"/>
                <a:hlinkClick r:id="rId4"/>
              </a:rPr>
              <a:t>Intro to Linear Eqn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-342900" lvl="0" marL="45720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1800"/>
              <a:buFont typeface="Azeret Mono"/>
              <a:buChar char="-"/>
            </a:pPr>
            <a:r>
              <a:rPr lang="en-US" sz="1800" u="sng">
                <a:solidFill>
                  <a:schemeClr val="hlink"/>
                </a:solidFill>
                <a:latin typeface="Azeret Mono"/>
                <a:ea typeface="Azeret Mono"/>
                <a:cs typeface="Azeret Mono"/>
                <a:sym typeface="Azeret Mono"/>
                <a:hlinkClick r:id="rId5"/>
              </a:rPr>
              <a:t>Solving Linear Eqns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Refresher - NonHomogeneous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56600"/>
            <a:ext cx="4476750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8900" y="2546325"/>
            <a:ext cx="3395950" cy="4039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03675" y="1156600"/>
            <a:ext cx="4994725" cy="26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89150" y="4321825"/>
            <a:ext cx="4909250" cy="117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Refresher - Homogeneous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42100"/>
            <a:ext cx="19431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2174925"/>
            <a:ext cx="813435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3483975"/>
            <a:ext cx="5267325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1500" y="5107350"/>
            <a:ext cx="7267575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2.5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85600"/>
            <a:ext cx="10323300" cy="51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2.6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326725"/>
            <a:ext cx="11497475" cy="277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 txBox="1"/>
          <p:nvPr/>
        </p:nvSpPr>
        <p:spPr>
          <a:xfrm>
            <a:off x="571500" y="2163067"/>
            <a:ext cx="91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8716C"/>
                </a:solidFill>
                <a:latin typeface="Azeret Mono"/>
                <a:ea typeface="Azeret Mono"/>
                <a:cs typeface="Azeret Mono"/>
                <a:sym typeface="Azeret Mono"/>
              </a:rPr>
              <a:t>Part </a:t>
            </a:r>
            <a:r>
              <a:rPr lang="en-US" sz="1800">
                <a:solidFill>
                  <a:srgbClr val="78716C"/>
                </a:solidFill>
                <a:latin typeface="Azeret Mono"/>
                <a:ea typeface="Azeret Mono"/>
                <a:cs typeface="Azeret Mono"/>
                <a:sym typeface="Azeret Mono"/>
              </a:rPr>
              <a:t>3</a:t>
            </a:r>
            <a:endParaRPr/>
          </a:p>
        </p:txBody>
      </p:sp>
      <p:sp>
        <p:nvSpPr>
          <p:cNvPr id="159" name="Google Shape;159;p23"/>
          <p:cNvSpPr txBox="1"/>
          <p:nvPr/>
        </p:nvSpPr>
        <p:spPr>
          <a:xfrm>
            <a:off x="571500" y="2532600"/>
            <a:ext cx="1076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Linear Independence</a:t>
            </a:r>
            <a:endParaRPr/>
          </a:p>
        </p:txBody>
      </p:sp>
      <p:sp>
        <p:nvSpPr>
          <p:cNvPr id="160" name="Google Shape;160;p23"/>
          <p:cNvSpPr/>
          <p:nvPr/>
        </p:nvSpPr>
        <p:spPr>
          <a:xfrm>
            <a:off x="571500" y="4647158"/>
            <a:ext cx="952500" cy="47700"/>
          </a:xfrm>
          <a:prstGeom prst="rect">
            <a:avLst/>
          </a:prstGeom>
          <a:solidFill>
            <a:srgbClr val="3C4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571500" y="4883340"/>
            <a:ext cx="110490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Refresher video: </a:t>
            </a:r>
            <a:r>
              <a:rPr lang="en-US" sz="1800" u="sng">
                <a:solidFill>
                  <a:schemeClr val="hlink"/>
                </a:solidFill>
                <a:latin typeface="Azeret Mono"/>
                <a:ea typeface="Azeret Mono"/>
                <a:cs typeface="Azeret Mono"/>
                <a:sym typeface="Azeret Mono"/>
                <a:hlinkClick r:id="rId4"/>
              </a:rPr>
              <a:t>https://www.youtube.com/watch?v=9kDpbZCK62Y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Reference slides: </a:t>
            </a:r>
            <a:r>
              <a:rPr lang="en-US" sz="1800" u="sng">
                <a:solidFill>
                  <a:schemeClr val="hlink"/>
                </a:solidFill>
                <a:latin typeface="Azeret Mono"/>
                <a:ea typeface="Azeret Mono"/>
                <a:cs typeface="Azeret Mono"/>
                <a:sym typeface="Azeret Mono"/>
                <a:hlinkClick r:id="rId5"/>
              </a:rPr>
              <a:t>Lesson 2</a:t>
            </a: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 - slides 20 to 22 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Section 1.7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67" name="Google Shape;16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85600"/>
            <a:ext cx="5585625" cy="62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2154875"/>
            <a:ext cx="4551225" cy="394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21650" y="1214925"/>
            <a:ext cx="54768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42200" y="1958625"/>
            <a:ext cx="4235775" cy="422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2.10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76" name="Google Shape;17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85600"/>
            <a:ext cx="9992825" cy="5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/>
          <p:nvPr/>
        </p:nvSpPr>
        <p:spPr>
          <a:xfrm>
            <a:off x="571500" y="2163067"/>
            <a:ext cx="91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8716C"/>
                </a:solidFill>
                <a:latin typeface="Azeret Mono"/>
                <a:ea typeface="Azeret Mono"/>
                <a:cs typeface="Azeret Mono"/>
                <a:sym typeface="Azeret Mono"/>
              </a:rPr>
              <a:t>Part </a:t>
            </a:r>
            <a:r>
              <a:rPr lang="en-US" sz="1800">
                <a:solidFill>
                  <a:srgbClr val="78716C"/>
                </a:solidFill>
                <a:latin typeface="Azeret Mono"/>
                <a:ea typeface="Azeret Mono"/>
                <a:cs typeface="Azeret Mono"/>
                <a:sym typeface="Azeret Mono"/>
              </a:rPr>
              <a:t>4</a:t>
            </a:r>
            <a:endParaRPr/>
          </a:p>
        </p:txBody>
      </p:sp>
      <p:sp>
        <p:nvSpPr>
          <p:cNvPr id="183" name="Google Shape;183;p26"/>
          <p:cNvSpPr txBox="1"/>
          <p:nvPr/>
        </p:nvSpPr>
        <p:spPr>
          <a:xfrm>
            <a:off x="571500" y="2532600"/>
            <a:ext cx="1076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Vector Space</a:t>
            </a:r>
            <a:endParaRPr/>
          </a:p>
        </p:txBody>
      </p:sp>
      <p:sp>
        <p:nvSpPr>
          <p:cNvPr id="184" name="Google Shape;184;p26"/>
          <p:cNvSpPr/>
          <p:nvPr/>
        </p:nvSpPr>
        <p:spPr>
          <a:xfrm>
            <a:off x="571500" y="4647158"/>
            <a:ext cx="952500" cy="47700"/>
          </a:xfrm>
          <a:prstGeom prst="rect">
            <a:avLst/>
          </a:prstGeom>
          <a:solidFill>
            <a:srgbClr val="3C4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2.1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90" name="Google Shape;19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309075"/>
            <a:ext cx="8999050" cy="268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2.3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96" name="Google Shape;19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450175"/>
            <a:ext cx="10021275" cy="310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2.9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02" name="Google Shape;20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291450"/>
            <a:ext cx="11358826" cy="360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Section 4.1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08" name="Google Shape;20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309075"/>
            <a:ext cx="562927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2861300"/>
            <a:ext cx="550545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64850" y="1309075"/>
            <a:ext cx="546735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74375" y="3159050"/>
            <a:ext cx="5448300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Section 4.3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17" name="Google Shape;21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85600"/>
            <a:ext cx="5798400" cy="8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2152650"/>
            <a:ext cx="297815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3562" y="2152650"/>
            <a:ext cx="3977463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1507" y="3898875"/>
            <a:ext cx="7376550" cy="20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 txBox="1"/>
          <p:nvPr/>
        </p:nvSpPr>
        <p:spPr>
          <a:xfrm>
            <a:off x="571500" y="4015150"/>
            <a:ext cx="340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8716C"/>
                </a:solidFill>
                <a:latin typeface="Azeret Mono"/>
                <a:ea typeface="Azeret Mono"/>
                <a:cs typeface="Azeret Mono"/>
                <a:sym typeface="Azeret Mono"/>
              </a:rPr>
              <a:t>Deisenroth Book</a:t>
            </a:r>
            <a:endParaRPr/>
          </a:p>
        </p:txBody>
      </p:sp>
      <p:sp>
        <p:nvSpPr>
          <p:cNvPr id="227" name="Google Shape;227;p32"/>
          <p:cNvSpPr txBox="1"/>
          <p:nvPr/>
        </p:nvSpPr>
        <p:spPr>
          <a:xfrm>
            <a:off x="571500" y="2532600"/>
            <a:ext cx="10769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Solution</a:t>
            </a:r>
            <a:endParaRPr b="1" sz="6000">
              <a:solidFill>
                <a:srgbClr val="333333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2"/>
          <p:cNvSpPr/>
          <p:nvPr/>
        </p:nvSpPr>
        <p:spPr>
          <a:xfrm>
            <a:off x="571500" y="4647158"/>
            <a:ext cx="952500" cy="47700"/>
          </a:xfrm>
          <a:prstGeom prst="rect">
            <a:avLst/>
          </a:prstGeom>
          <a:solidFill>
            <a:srgbClr val="3C4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2.1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34" name="Google Shape;23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15050"/>
            <a:ext cx="5383141" cy="5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6891" y="2533650"/>
            <a:ext cx="4572000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2.3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41" name="Google Shape;24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85600"/>
            <a:ext cx="5581650" cy="494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5550" y="1185600"/>
            <a:ext cx="5648325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2.3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48" name="Google Shape;2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257300"/>
            <a:ext cx="5448300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9825" y="1361975"/>
            <a:ext cx="5419725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2.4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55" name="Google Shape;25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033200"/>
            <a:ext cx="5781997" cy="5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7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2.5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61" name="Google Shape;26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85600"/>
            <a:ext cx="5086350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7400" y="1185600"/>
            <a:ext cx="5012024" cy="5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4795575"/>
            <a:ext cx="3316442" cy="19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2.5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69" name="Google Shape;26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303075"/>
            <a:ext cx="6233350" cy="358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2.6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75" name="Google Shape;27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15025"/>
            <a:ext cx="5762625" cy="528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5275" y="1115025"/>
            <a:ext cx="3524927" cy="5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0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2.6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82" name="Google Shape;28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15025"/>
            <a:ext cx="5762625" cy="528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5275" y="1115025"/>
            <a:ext cx="3524927" cy="5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2.8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89" name="Google Shape;28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50325"/>
            <a:ext cx="5981700" cy="52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2.8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95" name="Google Shape;29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32675"/>
            <a:ext cx="5324475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0600" y="1132675"/>
            <a:ext cx="4714875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3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2.9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302" name="Google Shape;30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15050"/>
            <a:ext cx="5750385" cy="552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4285" y="1185600"/>
            <a:ext cx="52959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2.10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238250"/>
            <a:ext cx="5686425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80875" y="1238250"/>
            <a:ext cx="4656325" cy="154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80875" y="2991625"/>
            <a:ext cx="4981575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