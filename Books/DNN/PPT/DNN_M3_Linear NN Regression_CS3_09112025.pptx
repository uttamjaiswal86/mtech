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slideLayouts/slideLayout5.xml" ContentType="application/vnd.openxmlformats-officedocument.presentationml.slideLayout+xml"/>
  <Override PartName="/ppt/ink/ink4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3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ink/ink5.xml" ContentType="application/inkml+xml"/>
  <Override PartName="/ppt/ink/ink1.xml" ContentType="application/inkml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01" r:id="rId22"/>
  </p:sldIdLst>
  <p:sldSz cx="5765800" cy="3244850"/>
  <p:notesSz cx="5765800" cy="324485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Lucida Sans" panose="020B0602030504020204" pitchFamily="34" charset="0"/>
      <p:regular r:id="rId32"/>
      <p:bold r:id="rId33"/>
      <p:italic r:id="rId34"/>
      <p:boldItalic r:id="rId35"/>
    </p:embeddedFont>
    <p:embeddedFont>
      <p:font typeface="Tahoma" panose="020B0604030504040204" pitchFamily="3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13EF2B-350F-4757-8F08-8A160828EDA3}">
  <a:tblStyle styleId="{3813EF2B-350F-4757-8F08-8A160828ED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858" y="10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3604 6472 8 0,'0'0'0'0,"6"-19"1"0,13 13 1 0,-1 12 2 0,7 0 1 0,13-6 3 0,12 0 3 0,13 0-1 0,12 0-8 0,6 0 4 0,19-6-4 0,19 6 2 0,6-6-2 0,13 0 1 0,18-7-3 0,1 7 1 0,5-7-1 0,7 7 2 0,0-6-3 0,0 5 2 0,-13 1-2 0,-5 6 2 0,-1 0 0 0,-6 0-2 0,-13 0 1 0,7 6 0 0,-13-6 0 0,0 0 0 0,-19 0 0 0,1 0 1 0,-7 0-2 0,-6 7-1 0,-19-1 2 0,-7-6 1 0,-11 0 0 0,-20 0 1 0,-5 0 2 0,-14 0 0 0,-11 0 3 0,-1 0 0 0,-6 0-3 0,6 0-2 0,0-13-1 0,-6 13-77 0</inkml:trace>
  <inkml:trace contextRef="#ctx0" brushRef="#br0">4811 5802 37 0,'-6'-6'14'0,"12"0"-11"0,7 6-1 0,-1-7-1 0,-12 7 2 0,6 0 0 0,13-6 1 0,12 0 0 0,13 6-2 0,19 0 2 0,-13 0-3 0,0 6 0 0,12-6 0 0,1-6-1 0,31 0 1 0,6-1 1 0,6 7-1 0,7-6-1 0,0 0 1 0,-1 0 0 0,7-1-1 0,0 7 2 0,-6-6-1 0,-1 0 0 0,-18 0 1 0,-13-1-4 0,-6 1 2 0,-12 0 2 0,-7 0-2 0,-12 6 0 0,-25 6 1 0,0-6 0 0,-13 0 3 0,-6 0 2 0,0 0-3 0,0 6-79 0</inkml:trace>
  <inkml:trace contextRef="#ctx0" brushRef="#br0">7758 5176 20 0,'0'-6'11'0,"6"0"5"0,-6-1 3 0,0 7-11 0,0 38 5 0,-6 18-2 0,0 19-4 0,-1-12-4 0,14-19 0 0,-7-7-2 0,-7-24-1 0,7-1-5 0,-6-18-54 0,6 6 25 0</inkml:trace>
  <inkml:trace contextRef="#ctx0" brushRef="#br0">7683 5195 30 0,'0'0'0'0,"-13"-6"8"0,13-13 5 0,6 6-4 0,7-5 0 0,6 5-1 0,0-6-3 0,18 7-3 0,1 6-2 0,-7-1 3 0,-6 20-1 0,-6 12-1 0,-1 0 1 0,1 0-2 0,-13 0 1 0,-6-6 2 0,0 0-1 0,-18-1 0 0,-7 1-1 0,-7-6-1 0,1-1 1 0,6 1 0 0,0-1-1 0,13-6 1 0,5-6-2 0,1 0 2 0,12-6-1 0,1 6 0 0,-1 0 0 0,13 6 0 0,6 13-1 0,18 13 1 0,-5 11 2 0,-1 7 1 0,1-6-1 0,-7-12-1 0,-12-14 1 0,-19-18 2 0,-6-12-13 0,-13-13-91 0</inkml:trace>
  <inkml:trace contextRef="#ctx0" brushRef="#br0">8121 5064 7 0,'0'0'0'0,"0"-7"10"0,6-5 14 0,0-1-10 0,0-6-3 0,-6 7-5 0,-6-1 0 0,-6 7-3 0,-7-6 2 0,-6 5-2 0,6 7-2 0,0 13 1 0,-6 6 0 0,13-1-1 0,-1 1 0 0,13-6 0 0,13-7 0 0,-1 0 1 0,1-6-1 0,6-6 0 0,-1-13 1 0,1-6-1 0,-6 0-1 0,5 0 0 0,-11 0 1 0,-1 0-1 0,0 0 1 0,-6 13-1 0,6-7 0 0,-6 6 0 0,0 7 0 0,0 0 1 0,0 6-1 0,-6 0 0 0,6 6 0 0,0 6 0 0,0 14 0 0,0-1 0 0,0 12 0 0,0-6 0 0,0 1 1 0,6-7-1 0,1 0 1 0,-1-13-2 0,6 1 2 0,1-7 0 0,-1-6 1 0,7 0-1 0,0-6-1 0,-6 0 1 0,-13-1 0 0,0 1-1 0,0 0-16 0,0 6-70 0</inkml:trace>
  <inkml:trace contextRef="#ctx0" brushRef="#br0">10567 5057 24 0,'0'-12'9'0,"6"6"4"0,-6 12 7 0,0 31-6 0,0 13-3 0,6-18-3 0,1-7-3 0,5-6 1 0,-12-7-3 0,0-6 1 0,0-6 1 0,0-18-3 0,6-14-1 0,-6-5 2 0,7 5-2 0,-7-5-1 0,12 6 0 0,7 12 0 0,0 12 0 0,-7 1 0 0,1 19 0 0,-7 12 1 0,7 0-1 0,-1 0 1 0,-6 0 0 0,7-19 0 0,-7 0 0 0,0-12 1 0,13-6-1 0,6-13 0 0,6 0-1 0,13-13 1 0,-6 13-1 0,-13 6 0 0,-13 19 0 0,1 31 0 0,-13 26 0 0,0-13 1 0,0-38-1 0,0 38 0 0,0-26 1 0,0 1-8 0,12-6-114 0</inkml:trace>
  <inkml:trace contextRef="#ctx0" brushRef="#br0">10692 5677 34 0,'0'-19'18'0,"6"0"-4"0,-6 13 12 0,7 44-13 0,-14 24 1 0,7 1-3 0,0-19-3 0,7-13-4 0,-7-18 0 0,0-7 0 0,0-25 0 0,0-19-3 0,6 7-1 0,-6-19 1 0,-6 0-1 0,-1 6 1 0,1 7 1 0,6 5-5 0,6 7 3 0,13 13 0 0,6 6 1 0,6 6-1 0,1-7 1 0,5 7-2 0,1-6 0 0,-20 0-1 0,-5 6-8 0,-13 12-26 0,0-5-60 0</inkml:trace>
  <inkml:trace contextRef="#ctx0" brushRef="#br0">10742 5721 72 0,'-6'0'11'0,"-7"0"-8"0,13 6 19 0,32-6-11 0,24 0 2 0,0-6-10 0,-18 0 0 0,-1-7-24 0,-30 7-66 0</inkml:trace>
  <inkml:trace contextRef="#ctx0" brushRef="#br0">12275 4970 40 0,'0'-7'9'0,"0"-5"15"0,6-7 10 0,-6 7-11 0,0 12-7 0,0 12-8 0,-6 32 1 0,0 6-3 0,6-12 0 0,0-13-1 0,-7-13-1 0,7-6 1 0,-6-18-1 0,6-19-2 0,6-7-1 0,1 0-1 0,-1 7 1 0,6 6-1 0,-12 13 0 0,7 5-1 0,5 7 1 0,-6 19-1 0,13 6 2 0,-6-6-2 0,-7-7 1 0,6 7 1 0,-12-13-1 0,7-6 1 0,5-12 1 0,7-7-2 0,6 0 1 0,-6-12-1 0,6 12 0 0,-13 19-1 0,-5 25 1 0,5 19 0 0,-12-13 0 0,0-5 1 0,6-14 0 0,1 1-14 0,11 12-69 0,-18-13 4 0</inkml:trace>
  <inkml:trace contextRef="#ctx0" brushRef="#br0">12450 5439 39 0,'13'-19'10'0,"5"13"-4"0,-5-6 16 0,-13 12-13 0,0-13-1 0,-13 7-3 0,-5 0-1 0,-14 12-1 0,-5 13-3 0,5 6 3 0,7-7-4 0,19 7 1 0,19 7-1 0,24 5 1 0,1 7 0 0,-7-13 1 0,-31-12 0 0,-25-6 8 0,-25-7-7 0,0-6 1 0,25 0-6 0,31 0-108 0</inkml:trace>
  <inkml:trace contextRef="#ctx0" brushRef="#br0">12331 5927 139 0,'0'-12'2'0,"19"37"1"0,6 31 10 0,0 7-10 0,6-7-2 0,-12-18-2 0,-13-20-55 0,-6-18-38 0</inkml:trace>
  <inkml:trace contextRef="#ctx0" brushRef="#br0">12475 5946 40 0,'-12'-12'35'0,"-7"18"-23"0,-19 38 7 0,-6 0-13 0,7-1-6 0,18 1 0 0,13-6-41 0,6-32-19 0</inkml:trace>
  <inkml:trace contextRef="#ctx0" brushRef="#br0">12638 5965 56 0,'6'-6'3'0,"6"-19"1"0,-18 25 17 0,-19 25-7 0,6 31-2 0,7 0-5 0,12 1-3 0,6-26-1 0,19-19 0 0,25-5-1 0,0-14-2 0,-25 7 1 0,-12 0-5 0,-13 13-106 0</inkml:trace>
  <inkml:trace contextRef="#ctx0" brushRef="#br0">12344 6447 47 0,'0'0'0'0,"0"-13"11"0,18 38 2 0,32 94-1 0,-31-62-11 0,-6-20-12 0,-13-18-59 0</inkml:trace>
  <inkml:trace contextRef="#ctx0" brushRef="#br0">12469 6509 59 0,'-13'-6'10'0,"-18"25"4"0,-13 19 1 0,-6 5-10 0,13 7-4 0,24-6-5 0,7 0-86 0</inkml:trace>
  <inkml:trace contextRef="#ctx0" brushRef="#br0">12588 6535 81 0,'12'-26'4'0,"13"33"-6"0,-12 37 7 0,-1 24 0 0,-6-18-4 0,13-6-1 0,-6-12-90 0</inkml:trace>
  <inkml:trace contextRef="#ctx0" brushRef="#br0">12732 6516 38 0,'-13'-7'2'0,"-6"7"5"0,-6 13 4 0,13 6 0 0,-7 6-2 0,0 19-4 0,-12-1-3 0,12-18-3 0,7 1 2 0,-7-1-57 0,19-25 30 0</inkml:trace>
  <inkml:trace contextRef="#ctx0" brushRef="#br0">12819 6516 49 0,'0'-7'7'0,"6"1"-3"0,1 6 15 0,-7 0-14 0,-7 69 13 0,1-31-12 0,6-13-4 0,-6 31 3 0,12-25 0 0,19-12-1 0,25-19-2 0,19-6-1 0,-6 6-1 0,-38 0 2 0,-25-6-5 0,0 6-107 0</inkml:trace>
  <inkml:trace contextRef="#ctx0" brushRef="#br0">11142 5139 0 0,'0'0'0'0,"0"-7"8"0,-6 7 7 0,0 0 1 0,0 0-1 0,-1 0-5 0,7 0-6 0,13 0 1 0,18 0-2 0,1 0 1 0,5 0-2 0,1 0 0 0,-7 0 0 0,-19 0-2 0,-5 0 0 0,-7-6-16 0,6 0-25 0,-6 0 14 0</inkml:trace>
  <inkml:trace contextRef="#ctx0" brushRef="#br0">11286 5045 13 0,'0'0'0'0,"7"0"15"0,-1 6 5 0,6 13-4 0,1-7-10 0,-13 7-3 0,-19 0-6 0,-12 6-27 0,18-6-8 0</inkml:trace>
  <inkml:trace contextRef="#ctx0" brushRef="#br0">11117 5677 33 0,'-6'-6'16'0,"-13"-1"-16"0,7 7 20 0,18 0-13 0,19 0 0 0,19 0-3 0,12-6-1 0,1 6-3 0,-26-6 2 0,-19 0-2 0,-18-1 2 0,-19 7-2 0,13 13 3 0,5 6-4 0,-5 0 3 0,-7-7-34 0,7-6-29 0</inkml:trace>
  <inkml:trace contextRef="#ctx0" brushRef="#br0">11637 5076 44 0,'-13'-19'16'0,"-12"26"-5"0,-6 24 2 0,12 6-11 0,13 1-1 0,18-7 0 0,7-12 0 0,12-13 0 0,-6-18 0 0,-6-20 0 0,-6-5 0 0,-13 6 0 0,-13-1 1 0,-6 14-1 0,1 5-2 0,-7 26-30 0,6 12-29 0</inkml:trace>
  <inkml:trace contextRef="#ctx0" brushRef="#br0">11593 5646 44 0,'-13'0'11'0,"1"-7"5"0,6 14-3 0,-1 18-7 0,7-6-1 0,0 6-3 0,13 0-1 0,-1-7 0 0,7-11 0 0,6-7 0 0,0-13-1 0,-6-12 1 0,-6 0 0 0,-13 0 0 0,-7-6 2 0,-5 12 2 0,-7 6-2 0,0 13-2 0,-12 25-2 0,0 13-26 0,24-19-47 0</inkml:trace>
  <inkml:trace contextRef="#ctx0" brushRef="#br0">11637 5652 54 0,'0'0'0'0,"-13"-38"21"0,13 26 2 0,-6 24-11 0,0 38-7 0,-7 7 0 0,7-1-2 0,0-25 2 0,6-24-2 0,0-26 2 0,0-50-3 0,12-12-1 0,1 31-1 0,-7 37 1 0,-6 26-3 0,-13 43 2 0,13 13 1 0,0 6-1 0,7-19-2 0,-7-31 5 0,0-25 0 0,-7-50-1 0,1-50 1 0,19 25-3 0,-13 44-1 0,6 18 2 0,-6 51-4 0,0 24 2 0,-6 13 1 0,-1-18-1 0,1-26 2 0,0-25 1 0,6-37 0 0,19-44-3 0,-7 6 3 0,1 31-3 0,-7 26 1 0,-6 12-1 0,-6 38 0 0,-1 12 1 0,7 0 0 0,-6-13-3 0,0-18-32 0,12-13-65 0</inkml:trace>
  <inkml:trace contextRef="#ctx0" brushRef="#br0">13144 5126 96 0,'-31'-12'24'0,"44"-1"-16"0,18 7 2 0,13 6-8 0,12 19-16 0,7-1-87 0</inkml:trace>
  <inkml:trace contextRef="#ctx0" brushRef="#br0">13570 5032 82 0,'0'-12'12'0,"0"-7"-5"0,-13 44 9 0,1 6-11 0,6 1-3 0,31-14 1 0,12-11-1 0,13-20 0 0,-12-24 1 0,-26-1 8 0,-24 13-2 0,-20 12-7 0,-18 13-19 0,13 13-93 0</inkml:trace>
  <inkml:trace contextRef="#ctx0" brushRef="#br0">13107 5558 85 0,'0'-6'60'0,"-13"0"-57"0,38 6-2 0,13 0 1 0,25 0-12 0,18 0-109 0</inkml:trace>
  <inkml:trace contextRef="#ctx0" brushRef="#br0">13601 5439 145 0,'0'-6'4'0,"-19"43"-2"0,7 14-2 0,-1-8-17 0,-5-5-91 0</inkml:trace>
  <inkml:trace contextRef="#ctx0" brushRef="#br0">13201 6046 128 0,'-6'0'14'0,"-13"-12"-8"0,50-7-4 0,38 6-8 0,6 13-108 0</inkml:trace>
  <inkml:trace contextRef="#ctx0" brushRef="#br0">13557 5940 83 0,'7'-6'4'0,"24"-1"12"0,-6 26 7 0,-19 19-12 0,-12-7-1 0,6-18-3 0,25-26 0 0,44-6-9 0,-13 19-53 0,-43 25-35 0</inkml:trace>
  <inkml:trace contextRef="#ctx0" brushRef="#br0">13295 6441 146 0,'-13'-7'6'0,"1"14"-4"0,49-7-2 0,38-7-21 0,-12 1-89 0</inkml:trace>
  <inkml:trace contextRef="#ctx0" brushRef="#br0">13657 6391 92 0,'-18'-13'26'0,"11"7"-21"0,20 0 5 0,6-1-2 0,6 7-5 0,-13 32 1 0,-12 11 1 0,-18 7 1 0,-1-25-4 0,38-6 0 0,12 13-2 0,-31 5 5 0,-57-6 5 0,-30-6-32 0,43-18-90 0</inkml:trace>
  <inkml:trace contextRef="#ctx0" brushRef="#br0">5481 7298 48 0,'-13'0'33'0,"13"6"-5"0,0-6-7 0,25 0-11 0,13-6-6 0,5 6 0 0,-11 0-3 0,-14 0 1 0,-5 0 2 0,-32-6 9 0,-31 6-10 0,6 6-1 0,13-6-1 0,25 6 0 0,6-6 0 0,25 0 0 0,12 0-1 0,13-6 1 0,-25-6-1 0,-12 12 2 0,-19-7 0 0,-13 7-12 0,6 13-107 0</inkml:trace>
  <inkml:trace contextRef="#ctx0" brushRef="#br0">6150 7129 5 0,'-6'6'10'0,"-7"-6"21"0,7 0 6 0,6 0-11 0,0-6-12 0,0 0-5 0,12 0-6 0,13-1-2 0,0 1 0 0,7 6 0 0,-1 0-1 0,-6 6 1 0,0-6-1 0,-12 0 1 0,-1 0 0 0,-12 0 0 0,0 0 3 0,-12-6-2 0,-13 0-1 0,-7 6 1 0,1 0-1 0,0 0 1 0,6 0 0 0,18 0 0 0,7 0-1 0,0 0 0 0,19 0 0 0,13-6-1 0,5-1 1 0,7 1-1 0,-19 6 0 0,-13 0 1 0,1 0-1 0,-7 0 1 0,-12 0 0 0,0 0 0 0,-19 6-1 0,-7 7-1 0,1-1 2 0,12-5-1 0,19-7 2 0,7-7-1 0,-1 1-47 0,-6 6-33 0</inkml:trace>
  <inkml:trace contextRef="#ctx0" brushRef="#br0">7151 7198 8 0,'0'0'0'0,"0"6"8"0,0-6-5 0,-6 0 32 0,-1 0 0 0,1 0-17 0,12 0 2 0,7 0-14 0,12 0-3 0,6 0 0 0,7-6-2 0,6 6 0 0,-7 0-1 0,-6 0-1 0,-12 0 1 0,-6 0 1 0,-7-6 2 0,-6-1 2 0,-6 7-1 0,-13 0-2 0,-6 0 2 0,-19 7-2 0,0-7-1 0,7 0 0 0,-1 0 0 0,19 0 0 0,7-7 0 0,12 7-1 0,6 0 0 0,19-6 1 0,25 6-1 0,-6 0-1 0,-6 0 2 0,-20 0-1 0,-5 0 0 0,-7 0-1 0,0 0 0 0,-12 0 7 0,6-6-6 0,0 12-120 0</inkml:trace>
  <inkml:trace contextRef="#ctx0" brushRef="#br0">9109 6553 17 0,'0'-31'34'0,"0"6"-1"0,0 12-12 0,0 32-8 0,-12 69 3 0,-20 87-8 0,1 38-7 0,19-32 0 0,12-74 3 0,6-32 0 0,-12-44 1 0,-1-37-3 0,14-57-55 0,-1 32-22 0</inkml:trace>
  <inkml:trace contextRef="#ctx0" brushRef="#br0">9134 6472 40 0,'-19'-19'19'0,"-12"7"20"0,12-1-11 0,7 13-25 0,12 0 0 0,19 0-3 0,37-6 4 0,44 6-1 0,44 0 3 0,44 0-5 0,43 0 1 0,32-13-2 0,-19 7 3 0,-63 6-1 0,-68 6 1 0,-44 7 0 0,-25-7-1 0,-19 0 1 0,-7-6 0 0,7 7-3 0,0 11 0 0,-6 39-2 0,-13 55 1 0,-6 57-2 0,-6 7 2 0,12-26-1 0,-6-44 3 0,7-37 2 0,-7-25 2 0,-13-44-9 0,-18-25-126 0</inkml:trace>
  <inkml:trace contextRef="#ctx0" brushRef="#br0">8903 7380 75 0,'-13'-19'16'0,"7"12"10"0,12 7-13 0,19 0-6 0,38 7-2 0,49-7 0 0,39 6 0 0,55-6-1 0,38-13-1 0,13 7-1 0,-7 0 1 0,-50 6-1 0,-62 6 2 0,-45-6 2 0,-43-6-1 0,-31 6 1 0,-6-13 0 0,-1 7-4 0,1 0-1 0,-1-7 0 0,-12 7 0 0,7 6-1 0,-14-6-59 0,7 12-17 0</inkml:trace>
  <inkml:trace contextRef="#ctx0" brushRef="#br0">10135 7198 39 0,'0'-25'13'0,"-6"-19"15"0,12 7-7 0,0-1-9 0,1 32-4 0,-1 18-5 0,6 57 2 0,1 38-3 0,12 43-1 0,13-6-1 0,-7-38 0 0,-12-37 1 0,-7-19 1 0,-18-37-5 0,-13-32-34 0,-6 0-55 0</inkml:trace>
  <inkml:trace contextRef="#ctx0" brushRef="#br0">10110 7667 17 0,'-6'0'4'0,"-7"-18"33"0,13 11-8 0,19 20-14 0,12 6-10 0,20-1-3 0,-1-11-4 0,-13-32-4 0,-6-7 5 0,-18 20 7 0,-13 31 9 0,-6 18-5 0,-1 7-10 0,-5-6-21 0,-1-20-78 0</inkml:trace>
  <inkml:trace contextRef="#ctx0" brushRef="#br0">10342 7523 39 0,'0'-18'25'0,"0"11"3"0,0 45-18 0,0 12-8 0,-25 19-21 0,18-25-53 0</inkml:trace>
  <inkml:trace contextRef="#ctx0" brushRef="#br0">10091 8193 44 0,'0'0'4'0,"0"0"12"0,19-25-5 0,12-12-8 0,7-20 0 0,-13 7 1 0,-12 0-1 0,-26-6-1 0,1 12 0 0,5 25 1 0,1 13 0 0,6 25-1 0,-6 31 1 0,-1 31 0 0,7-12-3 0,7-13 1 0,-1-24-2 0,-6-20 5 0,0-24 1 0,6-32-2 0,7 6-2 0,-1 20 1 0,1-1-3 0,6 13 1 0,-1-1 1 0,-11 14-1 0,5 18-2 0,-6 12 4 0,1-6-4 0,11-12 0 0,1-6 5 0,6-20-1 0,0-11-17 0,-12-1-87 0</inkml:trace>
  <inkml:trace contextRef="#ctx0" brushRef="#br0">10429 8005 39 0,'0'-6'10'0,"6"-13"26"0,7 19-25 0,-13 19-2 0,6 6-6 0,-6 0-1 0,7-6 0 0,5-13-1 0,13-6 2 0,-6-18-1 0,0-1 0 0,-7-6-1 0,1 6 0 0,-1-12 0 0,-6 12 1 0,1 6-1 0,-7 38 0 0,6 32-1 0,0 18 0 0,0 25-2 0,1-19 3 0,-14-18-2 0,-5-32 2 0,-13-18 3 0,6-45 0 0,13-18-1 0,6-6-4 0,12-7-4 0,20-5-5 0,11 18 7 0,-11 18 4 0,-7 20 1 0,-13 12 1 0,7 44-1 0,0 18-2 0,-7 1 1 0,-12-26 3 0,-12-24 2 0,-7-19 0 0,13-51-2 0,18-49-3 0,13 43-3 0,7 44 0 0,-14 38 0 0,-11 13 0 0,-26-7 2 0,-19 0-1 0,26-7-35 0,12-18-56 0</inkml:trace>
  <inkml:trace contextRef="#ctx0" brushRef="#br0">10892 7993 42 0,'13'0'22'0,"-1"19"16"0,-6 12-27 0,1-6-7 0,5-12-1 0,7-20 1 0,-6-24 0 0,-7-19-2 0,-25 0 1 0,0 44-4 0,-6 31-1 0,19 25 0 0,18-19 1 0,20-12 0 0,5-19 2 0,13-38 0 0,-6-18 1 0,-13-50-4 0,1-1 0 0,-26 57 4 0,-12 44 1 0,-7 43-4 0,1 38 1 0,12 13-3 0,12-19 1 0,19-32 3 0,1-37 1 0,12-31 1 0,-7-38-3 0,-12-31-4 0,0 25 3 0,-12 37 2 0,-7 32 2 0,-12 19-3 0,-7 37-1 0,1 25 3 0,5 0-1 0,-5-25 3 0,12-37 0 0,50-82 3 0,-19 63-7 0,-25 31 0 0,7 6-1 0,-13 0-15 0,-19-18-33 0,0-13-24 0</inkml:trace>
  <inkml:trace contextRef="#ctx0" brushRef="#br0">11055 7811 86 0,'-6'-6'4'0,"24"-6"13"0,39-1-10 0,37 1-27 0,-57 12-51 0</inkml:trace>
  <inkml:trace contextRef="#ctx0" brushRef="#br0">11487 7918 59 0,'-7'0'19'0,"20"-13"7"0,18-5-20 0,7-7-3 0,-1-1-1 0,-18-5-1 0,-19 12 1 0,-13 7-1 0,-12 12 2 0,7 25-2 0,5 6-1 0,7 13 0 0,6-13-1 0,6-6 1 0,19-12 2 0,0-13-1 0,19-25-4 0,0-6-6 0,-7 6 0 0,-12-7 6 0,-6-5 3 0,0-1 0 0,-13 19 3 0,-6 13 4 0,-6 6-3 0,-7 0 0 0,7 6-2 0,0 13-2 0,18 6 0 0,20 6 0 0,-1 13 0 0,-19-25 0 0,-24-6 8 0,-19-7-4 0,12-6-3 0,13-13-9 0,43-12-13 0,19-25 6 0,-12 25 20 0,-19 19 23 0,-12 18-18 0,-1 7-4 0,-12 12-6 0,-6-12-14 0,-19 0-48 0,19-19 10 0</inkml:trace>
  <inkml:trace contextRef="#ctx0" brushRef="#br0">11950 7655 49 0,'0'0'0'0,"6"-13"-17"0,0 13-12 0</inkml:trace>
  <inkml:trace contextRef="#ctx0" brushRef="#br0">12125 7705 29 0,'0'-6'43'0,"6"6"1"0,-19 12-29 0,-5 20-9 0,30 5-6 0,-6-12 2 0,-12 0-2 0,-38-6 3 0,7-13-107 0</inkml:trace>
  <inkml:trace contextRef="#ctx0" brushRef="#br0">12531 7743 85 0,'0'0'1'0,"38"-19"5"0,12-6-2 0,19-7-2 0,-19 7 2 0,-38 0 2 0,-24-12 6 0,-13 31-8 0,-6 12-1 0,-1 19 0 0,7 12-2 0,13 7-1 0,24-12 1 0,19-14-1 0,20-5-2 0,11-13-18 0,1-13-41 0,-45 13 15 0</inkml:trace>
  <inkml:trace contextRef="#ctx0" brushRef="#br0">12963 7630 8 0,'0'0'1'0,"13"-25"10"0,-7 12 15 0,0 1-1 0,-12-1-8 0,0 7-7 0,-13 0-3 0,6 12-1 0,-5 0-1 0,-1 7 0 0,0 6-1 0,0 6-1 0,0 0-1 0,19-19 0 0,32-12 0 0,18-7-3 0,-25 19 1 0,-19 57 1 0,-6 18 5 0,-6-31-2 0,0-18 0 0,6-20-3 0,6-12-24 0,-6-31-87 0</inkml:trace>
  <inkml:trace contextRef="#ctx0" brushRef="#br0">13082 7392 90 0,'0'6'2'0,"-6"57"14"0,-7-19 3 0,7-32-11 0,18-18-9 0,32-32-25 0,12 7 12 0,-24 50 21 0,-38 31 10 0,-1 0-13 0,7-31-10 0,13-13-97 0</inkml:trace>
  <inkml:trace contextRef="#ctx0" brushRef="#br0">10629 8719 91 0,'-50'6'2'0,"-81"26"-11"0,62-1 3 0,75-25 3 0,63-6 8 0,119-56-2 0,150-63 5 0,75-13 14 0,106-12-2 0,50 13-15 0,-31 50-7 0,-106 18-3 0,-150 32 4 0,-126 6 2 0,-112 12 5 0,-44 7-4 0,-13-7-107 0</inkml:trace>
  <inkml:trace contextRef="#ctx0" brushRef="#br0">12869 8343 37 0,'0'0'6'0,"-19"-6"27"0,1 0-6 0,11 0-11 0,1 6-7 0,12 6-3 0,13 0-4 0,25 7-2 0,25-7-2 0,18 7 0 0,-5-1-1 0,-7 1 3 0,-13-13-1 0,-5 0 0 0,-14 0 0 0,-36 0 2 0,-7-7-2 0,0 1-30 0,0 0-51 0</inkml:trace>
  <inkml:trace contextRef="#ctx0" brushRef="#br0">13301 8300 11 0,'0'0'6'0,"-6"-19"16"0,6 13 13 0,-7-7-9 0,1 7-8 0,6 6-5 0,0-6-7 0,0 6-5 0,13 12-1 0,5 7 0 0,7 0-2 0,0 6 1 0,-6-7 1 0,0-5-1 0,-7 0 2 0,-5-7 1 0,-7 0 3 0,-7 13 1 0,-18 0 1 0,0 6 0 0,-6 0-1 0,0-7-3 0,12-5-2 0,7 6-3 0,-1-19-108 0,13 0 63 0</inkml:trace>
  <inkml:trace contextRef="#ctx0" brushRef="#br0">13639 8381 1 0,'0'-6'4'0,"0"-13"19"0,0 0 3 0,0 7-8 0,0 5-4 0,0 1-5 0,0 37-2 0,0 26-5 0,-7-1 1 0,7-12 2 0,0-13-3 0,0-12 0 0,0 0-2 0,0-13 2 0,0-6-1 0,0 0 2 0,0 6-4 0,-6 1 1 0,6-7 1 0,-6 0 1 0,0-32 2 0,6-18-3 0,0-6 2 0,6 6-1 0,6 0-1 0,7 6 1 0,13 25-2 0,-7 7-3 0,0 18 2 0,-7 25 0 0,-18-12 1 0,-12 0 1 0,-19-7 0 0,-7 1-8 0,25-1-45 0,13 1-15 0</inkml:trace>
  <inkml:trace contextRef="#ctx0" brushRef="#br0">13927 8412 10 0,'0'-18'9'0,"12"-7"13"0,1-1-2 0,-13 8-9 0,0 5 0 0,-7 1-5 0,-5-1-2 0,-1 7-1 0,1 12-1 0,-7 0-1 0,0 7 1 0,0 6-1 0,-12 37-1 0,25-31-1 0,12-12 1 0,7-7 0 0,5 0 1 0,1-18-1 0,6-13 1 0,-6 6 0 0,-6-6 1 0,-7 6-2 0,6 6 1 0,-12 7 2 0,0 6-2 0,0 6-1 0,0 7-1 0,7-1 1 0,-1 1 0 0,6 0-1 0,7-7 1 0,6 0 0 0,-6-12 0 0,6 0 0 0,-6-13 1 0,-7 0 0 0,7 0-1 0,-7 13 0 0,-5 6-1 0,-1 19 2 0,0 18-2 0,0-12 0 0,1 0 0 0,-7-12 2 0,6-7 1 0,0-31 2 0,13-12-2 0,6-7 0 0,-6 19 0 0,-13 18-3 0,19-5-7 0,13 6-60 0,-32 6 39 0</inkml:trace>
  <inkml:trace contextRef="#ctx0" brushRef="#br0">14408 8350 22 0,'0'0'4'0,"7"-13"13"0,-7 1 11 0,0-7-15 0,0-6-3 0,0 12-4 0,-13 7-4 0,0 0-1 0,1 12 0 0,-7 13 0 0,-6 12-2 0,6 0-4 0,7-5 2 0,18-8 4 0,7-18 4 0,5-18-4 0,1-1-1 0,-6 12 1 0,-1-5 0 0,-6 6 1 0,1-1-1 0,-1 7-1 0,-6 7-2 0,0 5 1 0,-6 7 1 0,18 0 0 0,1-13-1 0,12 0 1 0,0-18-2 0,0-7 3 0,-6 6 0 0,-7-5 0 0,-6 5-1 0,7 13 0 0,-13 0 0 0,0 13 0 0,0 5-1 0,-6 1 0 0,6 0 0 0,-7-13 1 0,7-6 1 0,7-12 3 0,-7-7-3 0,6-6 1 0,13 6-1 0,6 0-1 0,0 7-1 0,-13 6 0 0,1 18 0 0,-7 1 0 0,-6 5 0 0,0-11 0 0,6-1 2 0,13-12 1 0,0-19-1 0,6 12-2 0,-13 13 0 0,-5 19-1 0,-7 6 1 0,0-6-2 0,0-7-35 0,6 1-24 0</inkml:trace>
  <inkml:trace contextRef="#ctx0" brushRef="#br0">14840 8337 24 0,'0'0'18'0,"0"-6"-7"0,19 0 1 0,6-1-10 0,6-11 0 0,-18-7 1 0,-13 6-1 0,-13 13 0 0,-12 18-1 0,6 26-3 0,13-1 1 0,25-12 0 0,18-12 2 0,7-26 0 0,0-12 0 0,-19-25 0 0,-13-25-3 0,-12 0 6 0,7 31-3 0,-7 38-3 0,-7 56 0 0,-5 25 5 0,12 6-6 0,0-12-2 0,19-25-49 0,-19-38 38 0</inkml:trace>
  <inkml:trace contextRef="#ctx0" brushRef="#br0">14978 8243 40 0,'0'-6'4'0,"18"-13"-7"0,20 7 2 0,12 18-18 0,-25-6 1 0</inkml:trace>
  <inkml:trace contextRef="#ctx0" brushRef="#br0">15197 8293 8 0,'0'0'0'0,"-7"0"5"0,7 0 0 0,13-6-1 0,6 0-4 0,-1-7 0 0,-5-5 3 0,-13-1 1 0,-6 0 2 0,-32 44-2 0,32 0-6 0,0 0 3 0,6-12 0 0,6-7 1 0,6-6-4 0,1-6 2 0,6-7-4 0,6 13 0 0,0 6 0 0,0 19 5 0,-19-6 1 0,-6 0 5 0,-6-19-2 0,-1-19-2 0,7-18-4 0,25 5 0 0,7 14-1 0,-1 18 2 0,-12 0-1 0,-13 6 2 0,-6-6 0 0,6-6-11 0,1 12-9 0,-7 0 8 0,0 7 11 0,0-7 3 0,6-19 5 0,-6-5 3 0,0 5-1 0,0 1 1 0,-6-1-3 0,-1 1-5 0,7 5-3 0,-6 7 1 0,0 19-5 0,6 19 3 0,12-1 2 0,13 1 2 0,-6-13-3 0,-13-6-2 0,-37-13 2 0,-13-6-28 0,25 0 2 0</inkml:trace>
  <inkml:trace contextRef="#ctx0" brushRef="#br0">15534 8369 14 0,'0'-7'6'0,"0"7"21"0,0-12-17 0,0 5-65 0</inkml:trace>
  <inkml:trace contextRef="#ctx0" brushRef="#br0">4899 7768 3 0,'0'-13'13'0,"6"7"-7"0,-6-7 4 0,0-5 6 0,0-1 5 0,0 6-5 0,6 1-4 0,-6 12-3 0,0 37 1 0,0 32-4 0,6 13-2 0,7-7-2 0,-7-7 1 0,7-24-3 0,-13-25 1 0,6-6-9 0,-6-32-32 0,6-6-39 0</inkml:trace>
  <inkml:trace contextRef="#ctx0" brushRef="#br0">5036 7724 23 0,'0'-19'27'0,"-6"19"7"0,6 38-13 0,-6 49-7 0,12 13-8 0,-6-18-3 0,0-38-2 0,0-19-2 0,0-19-40 0,0-12-33 0</inkml:trace>
  <inkml:trace contextRef="#ctx0" brushRef="#br0">4824 7743 35 0,'0'-7'4'0,"-7"-37"20"0,14 7-2 0,18 6-17 0,25 6-4 0,25-7 0 0,-19 32 2 0,-12 19-2 0,-19 19 3 0,-13 5 1 0,-12 1-3 0,-25 0 2 0,-6-13-3 0,0-6 0 0,6 0-1 0,6 1-12 0,13-20-80 0</inkml:trace>
  <inkml:trace contextRef="#ctx0" brushRef="#br0">4986 7818 49 0,'0'-13'24'0,"19"7"3"0,12 31-14 0,19 19-4 0,13 18-3 0,-1-5-4 0,-5-7 1 0,-13-13 0 0,-7-18 0 0,-12-13-1 0,-12-6 1 0,-7 0 0 0,-6-12-9 0,-6-7-121 0</inkml:trace>
  <inkml:trace contextRef="#ctx0" brushRef="#br0">5349 7561 11 0,'0'0'10'0,"0"-6"22"0,0 6-13 0,0-6-11 0,6-1-2 0,-6-5 0 0,0-1 1 0,-12 7 0 0,-7 6-2 0,7 6-3 0,-1 7 0 0,1 6 0 0,-1 6-1 0,1 0 0 0,5 0 0 0,14-7-1 0,5-5 1 0,1-13 2 0,-1-19-1 0,7 7-1 0,-7-13 0 0,1 12 0 0,-1-12 0 0,-5 0 0 0,-7-6 0 0,0 6-1 0,6 0 1 0,-6 0 0 0,0 6-1 0,-6 0 1 0,6 7-1 0,-7 5 1 0,7 1-1 0,-6 0 0 0,6 6 0 0,0 0 0 0,-6 0 0 0,6 6-1 0,0 0 1 0,0 7 0 0,0 6 0 0,6-7-1 0,0 13 2 0,1-12-2 0,-1 12 2 0,0-7-1 0,0-5 0 0,1 12 0 0,-1-12 0 0,0 5 0 0,0-5 1 0,7-1-1 0,-7 1 1 0,7-7-1 0,-7-6 2 0,6-6-1 0,1 0 0 0,-7-1 0 0,7-5 0 0,-13 12 0 0,0-6-2 0,0 6 2 0,6-7-1 0,0 7-32 0,1 0-58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4148 4888 10 0,'0'-6'6'0,"-6"6"1"0,6 0 16 0,0-6-3 0,0 6-3 0,-7 0-7 0,1 0-1 0,6 0-2 0,6-6-5 0,1 6 2 0,18 0-1 0,6 6 0 0,13-12-1 0,12-1-1 0,38 7 2 0,-44 13-1 0,-6-13 1 0,12 6-2 0,-12-6 0 0,-7 0-1 0,-5-6 2 0,-20 6-1 0,7-6 1 0,-7 6-2 0,1-7 2 0,0 1-47 0,-13 6-35 0</inkml:trace>
  <inkml:trace contextRef="#ctx0" brushRef="#br0">4511 4757 38 0,'0'0'0'0,"-6"0"5"0,6 0 2 0,0 6 14 0,6 0-11 0,13 1 2 0,6 5-4 0,0 1-5 0,0-1 0 0,6-6-2 0,-12 1 1 0,-1 5 2 0,-11-6-1 0,-1 1 0 0,-6-7-1 0,0 0 2 0,-6 12 0 0,-7 1-2 0,-6 6 0 0,1 12-2 0,-7-6 1 0,6 0 0 0,6 0-1 0,7 0 2 0,0-6 0 0,6-13 1 0,0 0 0 0,0-6 0 0,0 0-48 0,0 7-19 0</inkml:trace>
  <inkml:trace contextRef="#ctx0" brushRef="#br0">7126 5189 32 0,'-13'-7'28'0,"7"-5"3"0,12 6-18 0,13-7-7 0,0 13-3 0,6 6 0 0,-13 1-1 0,-12-7 1 0,-12 6 3 0,-26-6-4 0,-5 0 1 0,18 0 2 0,18-6 0 0,14 6-4 0,11 0 0 0,7 0-1 0,-18 6-24 0,5 0-76 0</inkml:trace>
  <inkml:trace contextRef="#ctx0" brushRef="#br0">8352 5132 78 0,'-25'-6'7'0,"31"12"-5"0,32-6 10 0,18 0-6 0,7 0-5 0,-32 7 1 0,-31-7 3 0,-31 0-1 0,-13 0 1 0,6 0 0 0,20 0-4 0,11 6-6 0,1 13-99 0</inkml:trace>
  <inkml:trace contextRef="#ctx0" brushRef="#br0">10811 5120 29 0,'0'0'0'0,"-19"0"38"0,0 6-16 0,19-6-1 0,13-6-14 0,6 6-1 0,6-6-2 0,-13 6-2 0,-6 0 1 0,-24 0 3 0,-20 6-2 0,13-6 1 0,13 0-1 0,12 6-7 0,25 13-127 0</inkml:trace>
  <inkml:trace contextRef="#ctx0" brushRef="#br0">11418 4826 10 0,'-7'-7'13'0,"1"7"13"0,6 0-3 0,19 0-16 0,37 0 0 0,19-6-3 0,0 0-1 0,-18 12-3 0,-20-6 0 0,-30 0 4 0,-14-19-2 0,-11 1 0 0,-14 5-2 0,13 7 0 0,19 25 1 0,13 12-1 0,0-19 0 0,-13-5-30 0,0-7-22 0</inkml:trace>
  <inkml:trace contextRef="#ctx0" brushRef="#br0">12006 4844 57 0,'-25'-6'17'0,"12"6"-6"0,7-12 1 0,19-7-8 0,5-19-1 0,14-18-2 0,-1-25 1 0,-19-1 0 0,-5 38-1 0,-7 13 0 0,-7 12 0 0,7 19 1 0,-6 32-2 0,6 12-1 0,-6 18 1 0,0 7-1 0,-1-13 2 0,14-6 0 0,18-25-1 0,0-12 1 0,6-19-1 0,6-19 0 0,-11 0 1 0,-1 0-2 0,-13-7 1 0,-6 20 1 0,1-1-1 0,-14 26 0 0,-5 6 0 0,6 6 1 0,6-7-1 0,18-5 0 0,1-7 1 0,25-6-1 0,-7-6 0 0,-12-13 2 0,0 0-3 0,0-6 1 0,-12 25 1 0,-7 0 0 0,-6 25 4 0,-6-6 0 0,0 0-4 0,-1-13 1 0,7-12 2 0,7-25-3 0,5 6-2 0,13 6 1 0,-6 25 0 0,0 19-1 0,0 0 2 0,-7 0-2 0,-12-12-16 0,-12-13-34 0,-1 0-14 0</inkml:trace>
  <inkml:trace contextRef="#ctx0" brushRef="#br0">12381 4506 87 0,'-12'-6'-13'0,"24"12"-58"0</inkml:trace>
  <inkml:trace contextRef="#ctx0" brushRef="#br0">12619 4713 78 0,'-6'0'3'0,"31"-6"-6"0,0-13 2 0,-13-12 3 0,-5 6 1 0,-1 6 5 0,-19 13 1 0,-6 6-5 0,-6 18-1 0,7 14 1 0,5-1-3 0,13-6 0 0,25 0 1 0,13-12-6 0,18-13-36 0,-37 0-15 0</inkml:trace>
  <inkml:trace contextRef="#ctx0" brushRef="#br0">12913 4688 57 0,'-6'-13'2'0,"-1"-12"1"0,20 0 10 0,-19 7 5 0,-7 5-8 0,-12 7-8 0,0 6 0 0,6 12-1 0,-6 13-1 0,13 0 0 0,6 0 0 0,6-6 0 0,12-6 1 0,1-13 0 0,18-13 0 0,-6-6 0 0,-13 1-1 0,1-1 0 0,-7 0 1 0,0 13-1 0,-6 0 1 0,7 18-1 0,-7 1 1 0,6 12-1 0,0-13 1 0,7 1-3 0,6-7 2 0,-1-6 0 0,7-13 0 0,0-12 1 0,7 7 0 0,-7 5-1 0,0 7 0 0,-13 25 0 0,-6 12-1 0,1-6 2 0,-7-12 0 0,0-13 9 0,12-32-5 0,1-18-2 0,18 6-1 0,-6 19-11 0,6 25-69 0,-24 0 41 0</inkml:trace>
  <inkml:trace contextRef="#ctx0" brushRef="#br0">12575 5013 52 0,'0'0'0'0,"-12"-18"5"0,5 11 12 0,-11 7 1 0,-1 13-8 0,-6 12-7 0,12 6-2 0,7 1-1 0,6-7 0 0,6-13 1 0,19-12 0 0,7-6 0 0,11-13-1 0,1 0 0 0,-13 7 0 0,-18 12 1 0,-13 6-1 0,0 7 1 0,6 5-1 0,7-5 0 0,12-7 0 0,6-6-1 0,-6-19-3 0,-6-18-1 0,-25 6 5 0,-13 5 0 0,-12 1 1 0,12 19-1 0,-6 19 0 0,12 18 0 0,7 0 0 0,25-6 0 0,0-12 0 0,18-19 0 0,7-13 1 0,0-6-1 0,-13 6 0 0,0 6 3 0,-25 13-1 0,1 13 0 0,-14 0 0 0,1-1-2 0,6 1 1 0,0-13 0 0,0 0 2 0,13-19-2 0,-1 0-1 0,7 0 0 0,-6 7 0 0,-1 12 0 0,1 0-1 0,-1 18 1 0,1-5 0 0,-13 6-2 0,0-13 3 0,0-12 0 0,6-13-2 0,13 6 2 0,6 20-2 0,-7 12 1 0,1-7-3 0,0-6-28 0,-7-6-38 0</inkml:trace>
  <inkml:trace contextRef="#ctx0" brushRef="#br0">13201 4819 74 0,'-13'-12'3'0,"7"18"-1"0,6 19 6 0,-6 13-3 0,6-1-3 0,6-18-1 0,7-6 1 0,30-7-5 0,-18 31 1 0,-12 7 1 0,-38-25 4 0,-19-13 5 0,0-31 0 0,19-12-7 0,19 24 0 0,18 13-3 0,13 13 1 0,19 5 1 0,0-11-6 0,-6-20 3 0,-20-12 3 0,1 6 2 0,-13 13 5 0,-6 19-4 0,-6 5-1 0,19 1-1 0,18-13-1 0,0-24 2 0,7-1-1 0,-7 0 0 0,-6 7-2 0,-12 24 2 0,-1 7 0 0,-6-7 2 0,-6-5 0 0,7-20 1 0,-1-18-2 0,6 12-2 0,7 19-1 0,-13 19 1 0,13 0-12 0,6-13-54 0,-19-6 18 0</inkml:trace>
  <inkml:trace contextRef="#ctx0" brushRef="#br0">13514 4726 53 0,'-13'-13'17'0,"38"32"-72"0</inkml:trace>
  <inkml:trace contextRef="#ctx0" brushRef="#br0">13864 4982 17 0,'6'0'19'0,"0"0"-14"0,7-19 17 0,-19-6-1 0,-1 0-9 0,1 7-10 0,-6-1-1 0,-1 6-1 0,-6-6 1 0,1 19-1 0,-1 0 0 0,-6 0 2 0,-6 19-1 0,12 6 0 0,6 7-1 0,1-7 0 0,18-13 1 0,7-12 1 0,18-12 0 0,0 5-2 0,0 1 0 0,-12 25 0 0,6 0-1 0,6-13 1 0,20-12 1 0,-8-19 0 0,-11-19 0 0,-7-31-7 0,6-19-6 0,-6 37 7 0,-13 26 3 0,-18 6 3 0,-19 13 4 0,6 18-3 0,1 13-2 0,11 12 1 0,1 25 0 0,12 7 1 0,1-7-1 0,5-12 0 0,7-25 0 0,0-19 2 0,18-13-3 0,1-12 0 0,-7 0 0 0,-6 6-1 0,-12 13 1 0,-13 0 2 0,0 6-2 0,0 6 0 0,0 13 1 0,6 0-2 0,0 6 1 0,13-13 1 0,6-5-1 0,6-14 0 0,-12-5 2 0,0-13-2 0,-19 12 0 0,-7 1 1 0,7 12 0 0,7 0-1 0,5 6 0 0,1 0 1 0,-1-6 0 0,1-6 0 0,-7 0-1 0,-6-1 0 0,-13 7 0 0,-12-6-2 0,0 6 2 0,7 13 0 0,11-7-1 0,7-6 1 0,7 6 1 0,11-6-1 0,7-6 0 0,7-7 2 0,12-5-3 0,-19 5 2 0,-13 19-1 0,-6 7 2 0,1-1-1 0,-1-12 1 0,0 0-1 0,0-6-13 0,1 0-83 0</inkml:trace>
  <inkml:trace contextRef="#ctx0" brushRef="#br0">14465 4638 79 0,'-25'-6'-62'0</inkml:trace>
  <inkml:trace contextRef="#ctx0" brushRef="#br0">13901 4688 80 0,'-6'0'16'0,"-6"-6"-12"0,87-1-5 0,19-5-1 0,-7 6-10 0,-49-1-60 0</inkml:trace>
  <inkml:trace contextRef="#ctx0" brushRef="#br0">13082 5458 75 0,'-6'-6'7'0,"-1"12"-8"0,1 6 7 0,-6 7 2 0,12 0-5 0,6-13-1 0,19-6 0 0,-6-19-2 0,-7 7 2 0,-12-7-1 0,-25 13 0 0,0-13 0 0,19-12-1 0,31 0-5 0,12 18 1 0,1 32 3 0,-13 56 2 0,6 19-1 0,-18-7 0 0,-19-36 8 0,-13-51 11 0,0-44-18 0,38-25-57 0,-13 56 14 0</inkml:trace>
  <inkml:trace contextRef="#ctx0" brushRef="#br0">13557 5514 82 0,'0'0'16'0,"-6"0"-13"0,44-31-2 0,-7-25-1 0,-6-7 1 0,-6-6-1 0,-13 50 0 0,-6 38-1 0,-13 44 1 0,32-13 0 0,19-25 0 0,12-25-1 0,6-31-2 0,-25-20-1 0,-6-17-4 0,-18 18 8 0,-1 25 5 0,-6 25 6 0,-6 12-7 0,-1 19 0 0,7 1-2 0,7 5 0 0,-1 1-1 0,-6-19 1 0,0-13 0 0,0-12 3 0,19-32-6 0,18 13 2 0,1 19-1 0,-7 31-2 0,-12-7 3 0,6-18-1 0,25-25 0 0,0-6 2 0,-12 0-1 0,-26 31-1 0,-18 25 0 0,6 12 0 0,25-18-2 0,19-19-28 0,-26-6-51 0</inkml:trace>
  <inkml:trace contextRef="#ctx0" brushRef="#br0">13576 5270 110 0,'-31'-12'5'0,"56"-1"-6"0,75-18-17 0,-19 12-56 0</inkml:trace>
  <inkml:trace contextRef="#ctx0" brushRef="#br0">13689 5871 48 0,'6'-19'8'0,"13"-31"10"0,6-25-6 0,-19 6-9 0,-12 7-1 0,-25 30 3 0,-7 45 1 0,13 68-1 0,6 44 0 0,19 7-4 0,6-1 0 0,7-43-15 0,-1-25-82 0</inkml:trace>
  <inkml:trace contextRef="#ctx0" brushRef="#br0">13520 6028 66 0,'-13'-19'3'0,"38"-13"-3"0,25 1 10 0,25 0 1 0,7 6-9 0,-20 0-4 0,-24 0 1 0,-26 6 1 0,-12 6 1 0,-31 13 5 0,0 38 0 0,18 0-3 0,32-7-2 0,31-19-1 0,32-24-25 0,-32-7-50 0</inkml:trace>
  <inkml:trace contextRef="#ctx0" brushRef="#br0">14127 5890 25 0,'-7'-6'14'0,"-5"-19"10"0,12-1-14 0,0 8-4 0,0 5-2 0,-6 1-3 0,-7 5 0 0,-6-5-1 0,13 12 1 0,-13 6 1 0,1 0 4 0,-1 13-5 0,6 6 0 0,7 0-1 0,0-6 2 0,12-6-1 0,7-13 1 0,12-25-2 0,6 6 1 0,-6 12-1 0,-19 20 0 0,0 6 0 0,7-7 0 0,18-18 0 0,7-13 0 0,-7-18 1 0,-6-13-6 0,-6-25-5 0,-7-13 6 0,1 32 5 0,-13 31 2 0,-6 18 0 0,-1 26-1 0,1 19-2 0,0 18 0 0,6 7-1 0,6-1 1 0,7-12 1 0,5-31 0 0,7-13 0 0,0-25-2 0,7-12 2 0,-7-13-1 0,-6 19 1 0,-1 7 1 0,-18 18 1 0,7 6-2 0,-7 19 0 0,0-6-2 0,6 6 1 0,6-7 0 0,1-18 1 0,6-6-1 0,12-19 0 0,0 0 0 0,-25 6 0 0,1 13 2 0,-7 12 0 0,-7 13-2 0,7 0 0 0,19 6 0 0,0-19 1 0,6-6 0 0,6-12-3 0,7-13-1 0,-13 6 3 0,-13-12 0 0,-12-1 1 0,0 7-1 0,0 13 0 0,-6 5 0 0,6 1 1 0,-6 6 0 0,0 0 0 0,6 0-1 0,0 6 0 0,0-6 0 0,0 7 0 0,-7-7 0 0,7 6 0 0,7 0 0 0,5 0-1 0,13 1 3 0,0 11-4 0,-6-5 1 0,-13 0 1 0,-6 12 0 0,0-19 0 0,19 0 0 0,12-12 0 0,7-19 0 0,-7-13-1 0,-6 7 1 0,-19 18 1 0,-6 1-1 0,-6 12 1 0,-6 0 0 0,-7 19-1 0,12 12 1 0,1 0-1 0,25-12 1 0,12-13-1 0,7-24-2 0,6-8 0 0,-19 26 2 0,0 26 1 0,-19-8 2 0,-25-5-3 0,-25-13-38 0,13 0-30 0</inkml:trace>
  <inkml:trace contextRef="#ctx0" brushRef="#br0">14171 5621 95 0,'-32'-25'16'0,"120"-13"-14"0,125-12-27 0,-126 44-48 0</inkml:trace>
  <inkml:trace contextRef="#ctx0" brushRef="#br0">8534 5533 58 0,'-7'0'7'0,"-11"-6"7"0,18 6 9 0,6-6-15 0,25-1-2 0,13 1-4 0,6 0-6 0,-19-1-24 0,-31 14-48 0</inkml:trace>
  <inkml:trace contextRef="#ctx0" brushRef="#br0">8490 5608 45 0,'0'0'0'0,"-19"0"27"0,38-6-15 0,31-7-8 0,25 7-26 0,-44 0-25 0</inkml:trace>
  <inkml:trace contextRef="#ctx0" brushRef="#br0">8947 5333 52 0,'0'0'0'0,"-32"-7"15"0,13 1 13 0,13 6-18 0,19 0-7 0,18 0 0 0,19 0-2 0,6 6 0 0,-6 1-1 0,-18-1-1 0,-20 0-8 0,-6-6-9 0,-6 6-17 0,0 1-1 0</inkml:trace>
  <inkml:trace contextRef="#ctx0" brushRef="#br0">8884 5389 43 0,'-6'-6'15'0,"-1"0"11"0,1-1-8 0,6 7-8 0,6 7-3 0,7 11-4 0,18 1 0 0,13 0-3 0,0 6 1 0,0-6-1 0,-19 6 0 0,-13-6 1 0,-18 6 0 0,-7-7 2 0,-5 7-2 0,-7 7 2 0,-7-1-4 0,7-6 3 0,0 6-2 0,0 1 1 0,6-7-2 0,7 0 1 0,6-13 1 0,18-6 0 0,26-6 0 0,18-6-1 0,13 6-1 0,-13 6 2 0,-25-6 0 0,-24 0-1 0,-7 0-4 0,0 7-49 0,0-7-14 0</inkml:trace>
  <inkml:trace contextRef="#ctx0" brushRef="#br0">9384 5470 31 0,'0'0'19'0,"7"-6"20"0,-7 0-12 0,6 6-15 0,-6 25-1 0,0 6-3 0,0 7-2 0,0-7-2 0,6-12-1 0,-6 0-1 0,6-7 0 0,-6-12-2 0,0 0 4 0,7-19-3 0,5-6 1 0,7-6-2 0,0 6 1 0,-7 13-1 0,1 5 1 0,-7 14-1 0,7 11 0 0,5 7-1 0,7 0 1 0,0-18 0 0,0-14 3 0,-6-18-2 0,-6-18 6 0,-7 11-2 0,-6 7 0 0,0 6-6 0,0 19-20 0,6 13-39 0,0-1-30 0</inkml:trace>
  <inkml:trace contextRef="#ctx0" brushRef="#br0">9772 5683 47 0,'0'-6'10'0,"0"-7"21"0,7-5 8 0,-1 11-20 0,-6 7-5 0,0 7-5 0,0 11-3 0,-6 8-3 0,6-1 1 0,6-7-2 0,-6-5 0 0,12-7 0 0,1-6 0 0,6 0-2 0,-7-12-19 0,1-7-25 0,-7 6-58 0</inkml:trace>
  <inkml:trace contextRef="#ctx0" brushRef="#br0">9816 5470 96 0,'-12'-12'6'0,"5"6"-5"0,7 6-5 0,19 6-80 0</inkml:trace>
  <inkml:trace contextRef="#ctx0" brushRef="#br0">10010 5502 70 0,'0'-13'5'0,"6"1"-4"0,13-1 14 0,6 26-10 0,0 12 0 0,-12 6-2 0,-13 0 2 0,-19-6-3 0,6-12 0 0,13-13-1 0,13-25-5 0,18-6 3 0,-6 6 1 0,-6-1 0 0,0 14 0 0,-19-1 2 0,0 7 2 0,-25 19 0 0,12 12-3 0,7 0 0 0,18 12-28 0,1-12-62 0</inkml:trace>
  <inkml:trace contextRef="#ctx0" brushRef="#br0">10304 5652 20 0,'0'-13'14'0,"13"1"23"0,-7 6-9 0,-6 6-14 0,-6 6-5 0,-1 6-3 0,7 7-2 0,0 6-2 0,0-6 0 0,0 0 0 0,7-13 1 0,11 0-2 0,7-6 1 0,-6-6-3 0,0 0-12 0,-13-13-26 0,0 7-41 0</inkml:trace>
  <inkml:trace contextRef="#ctx0" brushRef="#br0">10429 5439 135 0,'-19'-6'5'0,"13"6"2"0,6 12-6 0,0 1-33 0,6-7-48 0</inkml:trace>
  <inkml:trace contextRef="#ctx0" brushRef="#br0">8828 6002 26 0,'0'-6'2'0,"0"-6"24"0,6 12 12 0,-6-7-8 0,0 7-16 0,-6 19-5 0,-1 6-1 0,7 7 0 0,7-14-2 0,5 1-3 0,1-13-1 0,5-6 0 0,-5 0-3 0,-1-6-12 0,-5-13-21 0,-1 1-77 0</inkml:trace>
  <inkml:trace contextRef="#ctx0" brushRef="#br0">8834 5871 53 0,'0'0'6'0,"-6"-12"14"0,-1 12-10 0,14 0-14 0,5 6-45 0,-6-6 26 0</inkml:trace>
  <inkml:trace contextRef="#ctx0" brushRef="#br0">8921 5984 36 0,'0'0'18'0,"0"0"-11"0,0 0 8 0,19 0-12 0,6 0-12 0,0 0-53 0</inkml:trace>
  <inkml:trace contextRef="#ctx0" brushRef="#br0">8940 6046 34 0,'-12'7'16'0,"12"-7"9"0,19-7-17 0,18 1-29 0,-12 6-36 0</inkml:trace>
  <inkml:trace contextRef="#ctx0" brushRef="#br0">9159 6071 21 0,'-12'-6'15'0,"-1"6"17"0,1 0-13 0,5 0-8 0,7 13-4 0,-6 12-2 0,0 0-2 0,0-7 0 0,-1 1-1 0,14-6 0 0,5-1-1 0,7-12-1 0,0 0 1 0,6 0 0 0,-7-12-1 0,-5 5 1 0,0-5-1 0,-7-1 1 0,0-5-1 0,-6-1 1 0,0 6 0 0,0-12 0 0,-12 7 0 0,5 5 0 0,-5 1 2 0,5 5 0 0,-5 7-1 0,-1 7-2 0,-5-1-11 0,5 13-81 0,13-13 62 0</inkml:trace>
  <inkml:trace contextRef="#ctx0" brushRef="#br0">9084 5120 25 0,'-6'0'7'0,"6"-6"-5"0,0-1 13 0,-6-5-2 0,-1-1 2 0,1 7-1 0,-6 0-6 0,-7 0-3 0,0 12-1 0,0 0-1 0,1 13-2 0,-1 6 1 0,13 0 1 0,12-13-2 0,6 1 0 0,1-7 1 0,6 0-2 0,-1-12 2 0,1-6-2 0,0-7 2 0,0-12-3 0,-1-1 0 0,-11 1 0 0,-1 0 1 0,0 6 0 0,-6 12 1 0,0-6-3 0,0 13 2 0,0 6 0 0,-6 0 0 0,6 0 0 0,-6 13 0 0,6 12 0 0,-7 6 1 0,1 7-1 0,0 5 1 0,6-5 0 0,12-7-2 0,-5-12-2 0,18-19 5 0,0 0-1 0,-7-19 0 0,7 0-2 0,-6-6-54 0,-12 19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957 3129 34 0,'-12'0'14'0,"-7"0"-6"0,13 7 16 0,-1-7-9 0,-5 6-4 0,6 0-7 0,6-6 5 0,18-12-1 0,26-13-1 0,13 0-4 0,-1 6-2 0,-12 13 2 0,-19-7-1 0,-7 7 0 0,7-7-1 0,-12 7-9 0,6-7-39 0,-13 13-24 0</inkml:trace>
  <inkml:trace contextRef="#ctx0" brushRef="#br0">1064 2967 53 0,'0'0'3'0,"-25"-7"17"0,18 7 8 0,7-6-19 0,0 12-1 0,19 1-4 0,12-1 0 0,7-6-2 0,-7 0 0 0,7 0 0 0,-13 0 0 0,-13 6 2 0,-6-6 1 0,-6 6-3 0,0 13 2 0,-12 6 0 0,-1 13-3 0,1-13 0 0,-7 0 3 0,7 0-5 0,5-6-1 0,1 6-115 0</inkml:trace>
  <inkml:trace contextRef="#ctx0" brushRef="#br0">5587 3730 31 0,'-6'-6'14'0,"6"6"7"0,0-6 9 0,0 0-14 0,6 6-8 0,0-7-1 0,-6 1-1 0,6 6-2 0,1-6-1 0,5 6-2 0,-6 0 0 0,7 0 0 0,6 0-1 0,-1 6 1 0,1-6 0 0,13 0 0 0,5-6 0 0,7 6 0 0,0 0 0 0,-7-6 0 0,7 6 0 0,0-7-1 0,0 1 1 0,-1 6-3 0,7 0 2 0,-6 0 1 0,0 0 0 0,0 0-1 0,6 0 0 0,0 0 0 0,0 0-1 0,6-6 3 0,1-1-3 0,11 7 1 0,1 0 1 0,13 0 0 0,18 0-2 0,-19 0 0 0,7 0 0 0,-7 0 2 0,13 0-1 0,-7 0 1 0,-5 0-2 0,-1 7 1 0,-6-7 2 0,-6 0-3 0,-7 0 2 0,-18 6 1 0,19 0-4 0,-13-6 2 0,-6 0 1 0,-1 0-1 0,-5 7 0 0,-7-7 3 0,1 0-4 0,-1 0 3 0,-6 6-1 0,-13-6 1 0,-5 0 2 0,-1 0 0 0,0-6-2 0,0 6 0 0,1 0-1 0,-7 0 0 0,6 0 0 0,-6 0 1 0,0-7-2 0,0 7 0 0,6 7 0 0,-6-7 0 0,0 6 1 0,0-6 0 0,0 0-1 0,-6 0 1 0,0-6-1 0,6 6 0 0,0 0 0 0,0 0 0 0,-7 0 0 0,7-7-1 0,-6 7-12 0,0 0-20 0,-7 0-65 0</inkml:trace>
  <inkml:trace contextRef="#ctx0" brushRef="#br0">8959 3436 9 0,'0'0'8'0,"-6"6"1"0,0-12 24 0,-1 0-16 0,1 6-8 0,-7 0-1 0,7 0 1 0,6 0-5 0,6 0 0 0,7 0-2 0,12 6 1 0,6-6 2 0,13 0 1 0,12 0 0 0,1 0-1 0,-7 6-3 0,-19-6 1 0,0 0 1 0,-18 0 0 0,-7-6-1 0,0 6 0 0,1 0-9 0,-7 6-25 0,-7 1-64 0</inkml:trace>
  <inkml:trace contextRef="#ctx0" brushRef="#br0">9128 3311 30 0,'-6'-6'20'0,"-1"6"-7"0,7 0 8 0,0-7-2 0,7 7-6 0,-1 0-5 0,6 0-3 0,-5 7-3 0,5-1 1 0,1-6 1 0,-7 6 0 0,13 0-2 0,0 7 0 0,-1 0-1 0,1 5-1 0,0-5 1 0,0 6 0 0,-7-7 0 0,1 1-3 0,-1-7 3 0,-6-6-1 0,1 12 0 0,5-5 1 0,-6-1 0 0,-6-6 0 0,7 0-1 0,-7 0 2 0,-7 0-1 0,7 6 0 0,-12-6-1 0,-1 13 0 0,-12 5 0 0,-6 8 0 0,6-1 0 0,6 0 2 0,7-7 0 0,6-11 1 0,6-7 1 0,0 0 0 0,6-7-17 0,0 7-110 0</inkml:trace>
  <inkml:trace contextRef="#ctx0" brushRef="#br0">10085 3205 72 0,'0'-13'11'0,"6"7"-10"0,1 0 7 0,-7-1 9 0,0-5-2 0,-7-1-5 0,-18 1-2 0,7 12-6 0,-7 6-1 0,-7 0-2 0,7 19 0 0,0-6 3 0,0 0-1 0,6 6-1 0,13-13 1 0,6 7-2 0,13 0 0 0,18 0 2 0,0 6-3 0,7 6 2 0,-13 13-1 0,-19-7-1 0,-6-12 4 0,-19-12 6 0,-18-7 0 0,6-12 1 0,12-7-4 0,6 1-2 0,13 12-2 0,-6 0-1 0,6 0-1 0,0 12-21 0,25 1-65 0,-19-13 46 0</inkml:trace>
  <inkml:trace contextRef="#ctx0" brushRef="#br0">10317 3223 73 0,'0'-6'18'0,"0"-6"-7"0,12 12-3 0,-12-7 16 0,6 7-17 0,-6 19-3 0,0 6 0 0,-6 13 1 0,6-1-2 0,0 1 1 0,-6 6-2 0,-7-1-2 0,7-18 1 0,-6 7 0 0,5-13 0 0,7-1 0 0,0-5 0 0,7-7 0 0,18-6 1 0,18 0-1 0,1 0-2 0,0 0 1 0,-25-6 0 0,-7 6 1 0,-12 6-2 0,0 0-9 0,0 13-47 0,0-13-13 0</inkml:trace>
  <inkml:trace contextRef="#ctx0" brushRef="#br0">10767 3298 83 0,'0'-25'19'0,"-6"25"-17"0,12 19 17 0,-12 25-2 0,0 19-10 0,12-13-4 0,-6-7-1 0,0-17 3 0,0-8-2 0,-6-5-2 0,-1-7-4 0,1-6-21 0,0 0-77 0</inkml:trace>
  <inkml:trace contextRef="#ctx0" brushRef="#br0">10761 3286 31 0,'-6'-19'31'0,"12"0"-13"0,0-6-2 0,0 7-1 0,1-1-3 0,11 0-7 0,1 0-1 0,0 7-4 0,6 5 1 0,6 14 0 0,0 5 2 0,-12 13-3 0,-12 0 1 0,-14 7 2 0,-18-7-1 0,-12 0-1 0,-1-7 0 0,1-5 2 0,5 6-3 0,14-7 1 0,5 1-1 0,7-13 0 0,12 6 1 0,13-6-1 0,0 0 0 0,6 6-1 0,0 7 0 0,6 12 0 0,6 6 0 0,1 7 1 0,-7-1 0 0,7-5 0 0,-19-14 3 0,-1-5 2 0,-11-7 0 0,-7-18 6 0,0-1-11 0,-13 1-23 0,7 12-83 0</inkml:trace>
  <inkml:trace contextRef="#ctx0" brushRef="#br0">2440 4882 25 0,'0'0'9'0,"0"0"-1"0,0 0 11 0,0 0-6 0,0 0-6 0,12 0-3 0,7 0 0 0,13 6-1 0,5-6 1 0,1 0-1 0,5 0 2 0,1 0-1 0,0 0-2 0,-6 0 1 0,-7 0-2 0,-6 0 1 0,-6 0-1 0,-7 0 0 0,-6 0 0 0,1-6 1 0,-1 6-1 0,0-6 0 0,-6 6-1 0,6 0 2 0,1 0-1 0,-1-6-13 0,0 6-71 0</inkml:trace>
  <inkml:trace contextRef="#ctx0" brushRef="#br0">3697 4926 100 0,'-18'-13'20'0,"-7"20"-4"0,0 5-6 0,12 7-1 0,19-19 5 0,44 0-3 0,13-6-6 0,-13 6-1 0,-19 0-1 0,-24-7-1 0,11 20-165 0</inkml:trace>
  <inkml:trace contextRef="#ctx0" brushRef="#br0">4505 4907 131 0,'-13'-12'7'0,"-12"12"5"0,31 0 2 0,44-7-3 0,32-5-5 0,-1 6-4 0,-25 6-2 0,-43 12-2 0,-26 13-43 0,13-19-41 0</inkml:trace>
  <inkml:trace contextRef="#ctx0" brushRef="#br0">7082 4913 100 0,'0'0'0'0,"-31"-6"20"0,12 12-13 0,19 1 10 0,31-1-7 0,38 0-4 0,25-12-1 0,-13 0-2 0,-37-1 0 0,-44 7 1 0,-44 0-20 0,13 19-94 0</inkml:trace>
  <inkml:trace contextRef="#ctx0" brushRef="#br0">11180 6941 82 0,'-6'-6'2'0,"-13"-19"21"0,6 6 13 0,7 1-17 0,6 11-11 0,31 7-4 0,76-6-1 0,74 0 0 0,7 6-2 0,-38 12-2 0,-56-5 1 0,-50-1 1 0,-38-12 1 0,-12-1 0 0,-44 1-2 0,-50 0 0 0,-32 12 1 0,-5 0-2 0,24 13 1 0,19-6-1 0,25 5 3 0,32-11-2 0,31-1-2 0,31-6 3 0,43-6-2 0,45-7 2 0,31 7-2 0,-13 6 2 0,-37 0-2 0,-44 0 2 0,-31 0-1 0,-25 0 1 0,-32 6-2 0,-68 0 2 0,-32 1-3 0,32-1 2 0,37 0 0 0,38 0 0 0,31 1 0 0,50-7 1 0,56-7-2 0,25 1 0 0,-24 6 2 0,-45 0-1 0,-37 0 1 0,-25-6 0 0,0 0-7 0,-6-1-128 0</inkml:trace>
  <inkml:trace contextRef="#ctx0" brushRef="#br0">9816 4544 22 0,'-19'-12'7'0,"-6"5"8"0,7 1 6 0,-14 0-1 0,7 6-6 0,13 0-10 0,12 6 1 0,37-6 1 0,32 0-2 0,25 0 0 0,6 6-2 0,-6-6 1 0,-7 0-1 0,-24 0 0 0,-25 0-2 0,-20-6 3 0,-11 6-17 0,-7-6-75 0</inkml:trace>
  <inkml:trace contextRef="#ctx0" brushRef="#br0">10098 4375 53 0,'-7'-6'4'0,"-5"-7"19"0,12 13 2 0,12 0-13 0,7 13-5 0,19-1-2 0,12 1-2 0,6-1-1 0,-6 13 0 0,-19-6-1 0,-6-6 0 0,-12 5 0 0,-13-5 4 0,-25-1-1 0,-6 14-2 0,-1 5 0 0,-5 0-1 0,12 7 0 0,6-7 0 0,0 0 1 0,0-6 0 0,7-6-2 0,6-13 2 0,-1-6 0 0,14 7-127 0</inkml:trace>
  <inkml:trace contextRef="#ctx0" brushRef="#br0">10942 4406 37 0,'0'-18'21'0,"-12"5"15"0,12 32-15 0,-7 62-2 0,1 32-9 0,6-19-5 0,13 25-12 0,-13-101-33 0,-13-24-44 0</inkml:trace>
  <inkml:trace contextRef="#ctx0" brushRef="#br0">10873 4400 56 0,'0'0'0'0,"-6"-44"30"0,25 32-10 0,18 37-7 0,20 19-5 0,-7 18-3 0,-38-18 0 0,-55-13-1 0,-26-6-18 0,31-18-100 0</inkml:trace>
  <inkml:trace contextRef="#ctx0" brushRef="#br0">10974 4569 64 0,'18'-6'7'0,"45"-25"16"0,6-20-13 0,-13-24-7 0,-18-19-1 0,-13 13 1 0,-13 18-3 0,-12 26 1 0,-6 24 6 0,-7 38-4 0,-18 44 2 0,0 25-2 0,18 0-1 0,26-19-1 0,24-18-30 0,-5-39-52 0</inkml:trace>
  <inkml:trace contextRef="#ctx0" brushRef="#br0">11530 4463 32 0,'0'0'0'0,"13"-38"6"0,-7 7 18 0,-6 6 3 0,-19-7-9 0,7 14-9 0,-7 11-6 0,-12 7-3 0,0 25 1 0,-1 13 0 0,7 12 0 0,6 0-1 0,19-19 0 0,19-18 1 0,12-13-1 0,13-31 1 0,0-13-1 0,-13 13 0 0,-12 12 1 0,-19 13 1 0,0 6 0 0,-6 6-1 0,0 13-1 0,6 6 0 0,6 0 0 0,13-13 0 0,6 1-2 0,12-20 1 0,1-18 0 0,-13-6 1 0,6 12 1 0,-6 7 1 0,-6 18 1 0,-7 19 1 0,-12 0-2 0,0-6-1 0,-12 0 1 0,-1-13 1 0,13-25 0 0,7-12-2 0,24 6-2 0,13 19 0 0,-7 24-1 0,-6 1 2 0,-24 0 0 0,-14 0 1 0,-5-1-8 0,-1 1-52 0,13-19-4 0</inkml:trace>
  <inkml:trace contextRef="#ctx0" brushRef="#br0">12006 4450 98 0,'-6'-6'6'0,"18"6"2"0,32-13 1 0,6 7-6 0,0-13-2 0,-31-6 1 0,-19 13 2 0,-25 24 0 0,-19 20 0 0,13 18-1 0,37-13-1 0,56-12 0 0,26-12 0 0,-13-13 0 0,-19 0-7 0,-43 0-116 0</inkml:trace>
  <inkml:trace contextRef="#ctx0" brushRef="#br0">11799 5777 56 0,'0'0'0'0,"-31"-6"24"0,0 6 3 0,18-6-8 0,7 6-10 0,37-7-6 0,44 7 0 0,25-6-1 0,19 0-1 0,-25 0-1 0,-44-1 0 0,-37 7-28 0,-13 7-66 0</inkml:trace>
  <inkml:trace contextRef="#ctx0" brushRef="#br0">12037 5614 86 0,'-12'-12'9'0,"5"12"3"0,7 6 0 0,19 7-5 0,25 5-5 0,12 1 2 0,1 6 0 0,-20 7-1 0,-24-7 1 0,-26 0 4 0,-37 6-2 0,-6-6-1 0,6 0-1 0,50-12-106 0,0-7 56 0</inkml:trace>
  <inkml:trace contextRef="#ctx0" brushRef="#br0">12625 5796 36 0,'-12'-6'40'0,"5"-1"-22"0,26-11-7 0,19-26-3 0,18-6-3 0,-12-19-3 0,-13-19-3 0,-25 32 2 0,-18 25-2 0,-13 12 0 0,6 13-1 0,0 12 1 0,7 25 3 0,-1 88 3 0,13-63-3 0,7-12-1 0,-7-19 1 0,0-12 0 0,-7-13 2 0,7-19-2 0,7-6-1 0,5 0-2 0,13 6 1 0,6 7 0 0,-6-1-1 0,-6 13 0 0,-6 25 1 0,-13 0 0 0,6 6 0 0,-6-5 0 0,12-14 0 0,13-6 0 0,7-6 0 0,5-18 0 0,1-8-1 0,-7 8 1 0,-12-1 2 0,-7 13 0 0,-12 6-2 0,0 0 0 0,0 12 0 0,7 1-1 0,-1 5 1 0,13 1 0 0,12-6-2 0,6-7 0 0,-5-12 1 0,-7-13 1 0,-6-19 1 0,-7 7-1 0,7 12-1 0,-13 7 2 0,0 18 0 0,-6 32-1 0,0 24 1 0,-6 26-1 0,0 0 1 0,0-20-1 0,-13-5 0 0,0-25 0 0,-6-20 4 0,-6-36 0 0,6-39-1 0,18-12-5 0,20 0-4 0,18 13-1 0,26-6 3 0,18 18 1 0,-7 19 2 0,-18 0-1 0,-31 12 3 0,-12 7-1 0,-7 18 3 0,-19 51 0 0,6 31 3 0,7-6-5 0,6-32 2 0,0-37-2 0,0-32 7 0,6-49-8 0,7-39-16 0,31 7 2 0,-7 63 10 0,-12 44 1 0,-19 5 5 0,-24 8 1 0,-32-14-2 0,12 1-27 0,38-13-43 0</inkml:trace>
  <inkml:trace contextRef="#ctx0" brushRef="#br0">13589 5702 62 0,'6'-6'26'0,"25"-13"-14"0,19-12-7 0,-12-1 0 0,-19 7 2 0,-26 19-5 0,-11 6-2 0,-7 6 1 0,-7 13-1 0,20 12 1 0,5-6-1 0,14-6 1 0,18-12 0 0,6-7 0 0,13-13-1 0,6-6 0 0,0 19-1 0,0 13 1 0,-31 6 1 0,-13-13 0 0,-25 0 1 0,0-18 0 0,7-26 0 0,18 13-2 0,32 19-2 0,24 6-4 0,7 6 1 0,12-12 4 0,-37-7 2 0,-37 7 9 0,-26 31-4 0,0 38-4 0,6 12-1 0,7 0 0 0,6-31 0 0,-6-26 1 0,0-30 4 0,6-45-6 0,12-43-11 0,19 6 0 0,1 69 6 0,-1 25 2 0,-12 25 3 0,-32-6 1 0,-37-19 1 0,0-19 1 0,44 7-1 0,25 12-3 0,37 6-4 0,19-6-16 0,0-31 5 0,-25-19 14 0,-18-32-12 0,-20 14 39 0,-18 49-1 0,-7 31-19 0,-12 45 1 0,13 18-1 0,5-6-4 0,20-7-9 0,6-30-33 0,0-26-28 0</inkml:trace>
  <inkml:trace contextRef="#ctx0" brushRef="#br0">14709 5571 16 0,'0'0'0'0,"0"-32"35"0,0 1-1 0,-25 0-7 0,-1 24-20 0,-5 14-3 0,-6 18-1 0,-1 6 0 0,7 19-3 0,18-12 0 0,7-7 0 0,19-25 5 0,18-12-3 0,13-25-1 0,-1 6-1 0,-11 12 1 0,-20 7 3 0,-12 6 1 0,0 12-3 0,-6 1-2 0,12-1-2 0,7 7-9 0,12-6 6 0,12-13 6 0,-5-13-2 0,-1 7 0 0,-6-7 3 0,-13 7 3 0,-5 6 3 0,-7 0-8 0,0 0 1 0,0 0-2 0,0 6 2 0,-7-6 0 0,7 0 1 0,0-6-1 0,7-13-2 0,11 1 2 0,1-7 0 0,19 0 0 0,-1 12-2 0,-5 7 1 0,-14 18 1 0,-5 7-1 0,-7 0 0 0,0 6 0 0,19-13 1 0,13-5 1 0,12-14-4 0,-6-11 14 0,-7-7-14 0,-18-13 1 0,-19 19 1 0,-19 19 3 0,-18 13-14 0,12 12 14 0,25 0-5 0,25-6 15 0,6-13-15 0,-6-6 0 0,-6 0-9 0,-7 0-125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10905 8469 19 0,'-7'0'15'0,"-5"0"23"0,-1 0-17 0,13 0-7 0,7-7-4 0,11 1-2 0,14 6-2 0,12 0-3 0,12 0 1 0,0 0-3 0,-12 0-1 0,-13 0 2 0,-6-6 0 0,-12 0 0 0,-1-1-1 0,-5 7-1 0,-1 0-10 0,-6 0-77 0,0 0 51 0</inkml:trace>
  <inkml:trace contextRef="#ctx0" brushRef="#br0">11092 8362 39 0,'0'0'8'0,"-6"-6"44"0,6 6-34 0,0 6-9 0,13 7-1 0,12-1-3 0,6-5 0 0,7-1-2 0,12 6 0 0,-38-5-1 0,7-7 0 0,-7 0-1 0,-12 6 0 0,-18 19 3 0,-14 6 0 0,-5 0 1 0,-7 1-1 0,19-7-3 0,6-6 1 0,13-13-1 0,0-6 0 0,12-6-98 0,0 6 39 0</inkml:trace>
  <inkml:trace contextRef="#ctx0" brushRef="#br0">1458 4131 24 0,'0'-6'19'0,"0"-1"15"0,0 1-2 0,0 0-14 0,0 12-14 0,12 44 4 0,1 44 2 0,-7 38 0 0,0-7-8 0,1-19 4 0,-1-31-1 0,0-12 3 0,0-19-4 0,-6-26-1 0,-6-18-20 0,-6-31-115 0</inkml:trace>
  <inkml:trace contextRef="#ctx0" brushRef="#br0">1470 4112 28 0,'0'0'14'0,"-19"-12"15"0,13 12 6 0,-13 6-5 0,1 13-16 0,-1 18-8 0,-6 13-2 0,19 0 4 0,-7 0-3 0,7-25-2 0,6-12 1 0,-6-7 3 0,12-18-4 0,0-20-1 0,7-5-3 0,5-1 2 0,-5-12-2 0,-1 13 3 0,-5 5-1 0,5 14 1 0,-6 5 1 0,7 19-2 0,6 13 1 0,12 6-2 0,0 0-1 0,-6-6 2 0,0 0-19 0,0 0-138 0</inkml:trace>
  <inkml:trace contextRef="#ctx0" brushRef="#br0">6600 2284 20 0,'0'0'0'0,"-12"0"25"0,-1-6-1 0,13 0 2 0,0 0-13 0,32 6-4 0,5 0-5 0,13 0 0 0,19 0-3 0,0 0 1 0,0-7 2 0,-13 1-1 0,-25 0-2 0,-18 6 3 0,-13 0-8 0,0 0-61 0,0-6 9 0</inkml:trace>
  <inkml:trace contextRef="#ctx0" brushRef="#br0">6813 2140 18 0,'-19'-6'24'0,"7"6"-4"0,12 0 3 0,6 6-12 0,19-6-4 0,6 13-3 0,7-1 0 0,-1 1 0 0,1 0 0 0,-13-1-1 0,0 1-1 0,-6-7-1 0,0 0 3 0,-19-6 0 0,0 0 4 0,-19 13-6 0,0-1-1 0,13 1-1 0,-32 18 1 0,7-6 0 0,-7 6 1 0,7-6 0 0,12-6 1 0,7-13-1 0,12-6 0 0,6 13-109 0</inkml:trace>
  <inkml:trace contextRef="#ctx0" brushRef="#br0">11024 5539 37 0,'0'-6'26'0,"0"-6"0"0,0 5-4 0,6 1-4 0,-6-7-3 0,0 7-4 0,0 6-4 0,0 6-5 0,0 13-1 0,-6 13 0 0,-7-1 1 0,1 6 0 0,5-5-1 0,7-7 0 0,0-13 1 0,7-12 0 0,-1-6 1 0,0-19 0 0,7 0-3 0,5 6 1 0,1 0-1 0,-6 13 0 0,-7 6-1 0,6 25 1 0,1 6 0 0,6-6-1 0,6-12 2 0,0-7-2 0,-6-25 0 0,-1-12 6 0,-5-6-5 0,-13-1 0 0,0 7 2 0,0 12 1 0,0 19-8 0,6 13-37 0,-6 5-63 0</inkml:trace>
  <inkml:trace contextRef="#ctx0" brushRef="#br0">11374 5696 85 0,'-6'0'12'0,"-1"-6"12"0,7 6-11 0,0 18-5 0,0 1-4 0,7 0 0 0,5 0-3 0,1-1 2 0,5-11-1 0,8-7-1 0,-1-7 1 0,-13-11 0 0,1-1-1 0,-13-6 0 0,0 6 2 0,-13 0 2 0,-6 0-1 0,1 7-1 0,-1 6-1 0,0 6-1 0,6 6-1 0,-5 6 0 0,5 14-19 0,7-1-107 0</inkml:trace>
  <inkml:trace contextRef="#ctx0" brushRef="#br0">11774 5577 81 0,'-12'-6'8'0,"6"6"2"0,6-7 13 0,12 7-13 0,19 0-4 0,13 0-3 0,12 0 0 0,-5 0-2 0,-26 0 0 0,-7 0-2 0,-11 0-26 0,-7 0-62 0</inkml:trace>
  <inkml:trace contextRef="#ctx0" brushRef="#br0">11787 5664 70 0,'0'0'0'0,"-13"0"16"0,13 0 5 0,32 0-7 0,11 7-3 0,7-7-2 0,7 0-1 0,-20 0-4 0,-12 0 0 0,-18 6-5 0,-14-6-17 0,1 6-77 0</inkml:trace>
  <inkml:trace contextRef="#ctx0" brushRef="#br0">12400 5527 48 0,'-6'-13'30'0,"-7"1"-21"0,19-13 14 0,1 6-8 0,18 6-7 0,-6 7-2 0,12 12-3 0,-6 13-1 0,-6 6-1 0,-19 13 0 0,-7-1 1 0,-18 1 0 0,-6-1-2 0,0 1 1 0,-1-7 1 0,14-6 0 0,5-18 1 0,19-1-1 0,13-6 0 0,19 0 1 0,-1-6 4 0,7-1-2 0,-19 7-4 0,-12 0-9 0,-7 0-42 0,0-6-52 0</inkml:trace>
  <inkml:trace contextRef="#ctx0" brushRef="#br0">12694 5633 102 0,'0'-6'2'0,"-6"-7"-5"0,12 7-5 0,0 12-34 0,1-6-3 0</inkml:trace>
  <inkml:trace contextRef="#ctx0" brushRef="#br0">12894 5452 22 0,'0'-7'3'0,"0"1"-1"0,0-6 15 0,0 12-3 0,0-7-1 0,-6 20-5 0,6 6-7 0,-6 6 3 0,-1 0-1 0,7 6-1 0,0-12-1 0,7-7-1 0,-1 1 1 0,6-1-1 0,7-12 1 0,0 0 0 0,0-12 0 0,0-1-2 0,12-5 1 0,-12 5 2 0,-1 7 0 0,-18 6 2 0,0 19 0 0,-6 18 1 0,0 1-5 0,6-7 2 0,-6-6-2 0,-1-12 0 0,7-7-2 0,-12 13-78 0,12-19 54 0</inkml:trace>
  <inkml:trace contextRef="#ctx0" brushRef="#br0">13351 5577 102 0,'0'-13'2'0,"12"1"-2"0,7-7 16 0,-13-6 0 0,1 6-7 0,-7-12-3 0,-7 6-1 0,1 0-1 0,-13 12 1 0,1 7-2 0,-7 6-1 0,6 0 1 0,0 13-2 0,7 12-1 0,5 0 0 0,7 0 1 0,19 0-2 0,6 6 1 0,6 0-1 0,-6 7 1 0,-25 12 0 0,-31-31 2 0,-13-19 1 0,7-19 1 0,18-6 2 0,19-6-4 0,38-1-8 0,43 7-57 0,-31 19-38 0</inkml:trace>
  <inkml:trace contextRef="#ctx0" brushRef="#br0">11005 6215 23 0,'6'-18'7'0,"0"5"15"0,7 0 7 0,-7 1-1 0,0 6-8 0,-6-1-8 0,0 7-7 0,0 0-2 0,0 19 0 0,-6 13 0 0,0 11 0 0,0-11-1 0,-1-7-3 0,7 0 2 0,0-19 0 0,13-6 2 0,6-25-3 0,6 0 2 0,-7-6-3 0,7 6 2 0,-12 18-1 0,-7 7-1 0,0 19 1 0,7 19 0 0,-1-13-1 0,39-13 2 0,-39-31 1 0,7-18 4 0,-19-13 0 0,-6 18-4 0,-7 20-10 0,7 12-37 0,6 19-60 0</inkml:trace>
  <inkml:trace contextRef="#ctx0" brushRef="#br0">11424 6303 74 0,'0'-6'17'0,"0"-1"-4"0,6 7 9 0,-6 25-12 0,0 26-2 0,0-1 0 0,0 0 0 0,-6-25-2 0,6-7-3 0,-6-5-2 0,6-13-24 0,0-13-82 0,0 7 72 0</inkml:trace>
  <inkml:trace contextRef="#ctx0" brushRef="#br0">11762 6259 39 0,'-6'0'8'0,"-1"-6"-6"0,20 0 11 0,6 6-1 0,18 0-4 0,-6-7-4 0,7 7-3 0,-19 0-2 0,-7 0-14 0,-6 0-38 0,-6 0 37 0</inkml:trace>
  <inkml:trace contextRef="#ctx0" brushRef="#br0">11706 6322 27 0,'-19'0'23'0,"13"6"-1"0,12-6-10 0,13 0-7 0,12 0 1 0,6-6 2 0,1 6-1 0,-13-7-4 0,-13 7-1 0,-5 7-2 0,-7-1-8 0,-7 0-38 0,7 0-6 0</inkml:trace>
  <inkml:trace contextRef="#ctx0" brushRef="#br0">12431 6265 5 0,'0'0'10'0,"7"-12"-5"0,-7 6 7 0,6-13 3 0,-6 6-3 0,6-5 2 0,-6-1-2 0,6 0-4 0,1 6-2 0,-1 7 0 0,-6 0-3 0,0 6-2 0,0 25 1 0,0 31 1 0,-6 7 0 0,6-7 1 0,0-18-2 0,0-7-1 0,-7-18-11 0,7-7-45 0</inkml:trace>
  <inkml:trace contextRef="#ctx0" brushRef="#br0">12638 6303 90 0,'0'-19'11'0,"-7"19"-8"0,1-6-2 0,0 12-15 0,12 0-72 0</inkml:trace>
  <inkml:trace contextRef="#ctx0" brushRef="#br0">12813 6153 20 0,'0'-13'26'0,"0"7"-6"0,0-7-1 0,6 7-11 0,7 0-4 0,-1 0-1 0,7-1-1 0,6 1-2 0,0 19 1 0,0 12-2 0,-12 6 3 0,-13 0 0 0,-32-6 1 0,7-6-2 0,6-13 0 0,19 1-2 0,13 18 1 0,18 18-2 0,-6 1-1 0,-18-12 3 0,-26-14 4 0,-19-18 0 0,7 0 3 0,18-12-5 0,7 6-10 0,19-1-33 0,-1 7-23 0</inkml:trace>
  <inkml:trace contextRef="#ctx0" brushRef="#br0">13232 6153 87 0,'0'-7'5'0,"0"-5"6"0,0-1 13 0,0 7-9 0,-6 12-12 0,0 7-1 0,-7 12 0 0,7-6-2 0,6-7 0 0,12-5-1 0,13 11-3 0,0 7 1 0,0 7 2 0,-12-7 1 0,-13-7 3 0,-6-5 3 0,-19-7 0 0,-7 0-4 0,1-6-10 0,12-6-54 0,13 0-2 0</inkml:trace>
  <inkml:trace contextRef="#ctx0" brushRef="#br0">13226 6134 107 0,'19'-19'30'0,"24"-6"-11"0,20 0-3 0,-13 13-13 0,-12 12-85 0,-32 0 23 0</inkml:trace>
  <inkml:trace contextRef="#ctx0" brushRef="#br0">13651 5571 29 0,'-6'0'9'0,"0"0"6"0,6 0-8 0,0 0 4 0,0 0 1 0,0 0 1 0,18 0-11 0,8-7-2 0,5 1 1 0,6-6 6 0,7 5 0 0,-13-5-3 0,-6-1 0 0,0 1-1 0,-6-1-1 0,-6 13-1 0,-7-6 3 0,0 6 0 0,-6 0-4 0,13 0 0 0,-7 6-9 0,0-6-21 0,-6 6-46 0</inkml:trace>
  <inkml:trace contextRef="#ctx0" brushRef="#br0">13851 5408 18 0,'-6'0'19'0,"0"0"12"0,6-6-15 0,0 6-7 0,0 0-9 0,0 6 1 0,6 0 1 0,7 0-2 0,5 1 1 0,1-1 0 0,6 6-1 0,0-12 3 0,-18 0 0 0,-1 0 0 0,-6 0-3 0,0 13 1 0,-6-1 2 0,-7 7 4 0,1 13-2 0,-1-14-2 0,7-5 2 0,-1-7-3 0,7 0 1 0,0-6-3 0,0 7-49 0,0-7-2 0</inkml:trace>
  <inkml:trace contextRef="#ctx0" brushRef="#br0">12394 6678 30 0,'-7'0'17'0,"-5"-6"9"0,6 0-1 0,-7 6-9 0,1-6-1 0,12 6-5 0,0 0 2 0,25 0-8 0,31-7-1 0,32 7 0 0,18 0 0 0,13 7-2 0,-7-7 1 0,-18 6 3 0,-12-6-1 0,-14 6 0 0,1-6-2 0,-12 0-1 0,-20 0 1 0,-24 0 0 0,-7 0-2 0,0 0-1 0,0 6-31 0,1 7-55 0,-14-13 46 0</inkml:trace>
  <inkml:trace contextRef="#ctx0" brushRef="#br0">12325 6697 38 0,'0'0'0'0,"-6"0"4"0,-44 0 19 0,31 0 11 0,0 0-19 0,7 0-2 0,12 0-7 0,12 7 0 0,19-7-1 0,26 0-1 0,36 0-1 0,26 6-3 0,19-6 1 0,0 6 0 0,-13 0 0 0,-31 1 1 0,-19-7 3 0,-19 0-2 0,-12 0 0 0,-13 0-1 0,-18 0 1 0,-1 0-1 0,-12 0 1 0,0 0-2 0,-12-7-3 0,-7 14-124 0</inkml:trace>
  <inkml:trace contextRef="#ctx0" brushRef="#br0">13770 2647 1 0,'0'0'2'0,"-6"0"8"0,0-6 6 0,-1 6 0 0,-5-6-3 0,6 6-3 0,6 6-5 0,-7 0 1 0,14-6-3 0,5 0 0 0,19 7-2 0,13-7 1 0,6 12 0 0,19-12-1 0,-6 0-1 0,-20 0 0 0,-11 0 1 0,-20-6 0 0,-6 6-1 0,7 0-7 0,-7 0-25 0,-6 0-21 0</inkml:trace>
  <inkml:trace contextRef="#ctx0" brushRef="#br0">14008 2560 6 0,'-13'0'16'0,"7"0"8"0,6 0-12 0,0 0-5 0,13 12-2 0,12-12-2 0,-7 7-2 0,1 5 0 0,0-6 0 0,-7 1 0 0,7-1 0 0,-13 6 0 0,1-5 0 0,-14-1 1 0,1 6 0 0,0 13 0 0,-13 1-1 0,0 5 1 0,1-6-1 0,5-6-1 0,1-7 1 0,5 1 0 0,7-13-1 0,-6 6 1 0,6-6-1 0,0 0 0 0,0 0 1 0,0 6-1 0,6-6 0 0,-6 0 0 0,0 0 0 0,0 0 0 0,0 0-10 0</inkml:trace>
  <inkml:trace contextRef="#ctx0" brushRef="#br0">13576 2228 0 0,'0'6'6'0,"0"1"4"0,0-7 6 0,6-7-7 0,1-11-3 0,5-1-1 0,7 0-1 0,6-12-1 0,0-1 0 0,-6 1-1 0,0 0-1 0,6 6 0 0,0 0 0 0,0 0-1 0,0 0 0 0,0 6 1 0,-7 0 0 0,-5-6 0 0,-1 6 0 0,1 1 0 0,-1-1 0 0,-5 6-1 0,-1 7 1 0,0-7 0 0,-6 7-1 0,0 6 1 0,7-6-1 0,-7 6 0 0,-7 0-76 0</inkml:trace>
  <inkml:trace contextRef="#ctx0" brushRef="#br0">13764 1809 14 0,'0'0'0'0,"-6"0"21"0,-1 0-7 0,20 0-8 0,12-7-3 0,12 1-2 0,-5-6 0 0,-14 5 3 0,1 1-3 0,-6 0 1 0,-7 0-2 0,7 6 0 0,-13 0 1 0,6 0-2 0,-6 0 1 0,0 0 1 0,6 0-1 0,-6 6 0 0,0-6 0 0,0 6 0 0,0 0 1 0,0 1-2 0,0 5 2 0,0-6-1 0,0 13-1 0,0-6 1 0,0 6 0 0,-6 6 0 0,6-7 0 0,0-5 0 0,0-1 0 0,0-5 0 0,-6-1 0 0,6 0 0 0,0-6 0 0,0 0 0 0,0 0 0 0,6 0 0 0,-6 0 0 0,0 0 0 0,0 0 0 0,0 0 0 0,0 0 0 0,0-6 0 0,6 6 0 0,-6 0 0 0,0-6 0 0,0 6 1 0,0 0-65 0</inkml:trace>
  <inkml:trace contextRef="#ctx0" brushRef="#br0">14490 2059 11 0,'0'-6'8'0,"18"-19"28"0,-5 0-4 0,-13 12-13 0,6 1-3 0,-6-1-4 0,0 13-4 0,-6-6-2 0,-13 18-4 0,-18 13 0 0,-1 26-1 0,0 24 0 0,7 37-1 0,31 1 0 0,38-25 1 0,6-32 1 0,-1-12 0 0,-24-32 2 0,-6 7 0 0,-7-19 7 0,-6-6-7 0,6-7-15 0,19-5-135 0</inkml:trace>
  <inkml:trace contextRef="#ctx0" brushRef="#br0">14696 2184 18 0,'13'-6'23'0,"5"-13"15"0,1 7-15 0,0-1-7 0,-7 7-5 0,1 0-4 0,-13 6-3 0,0-7-1 0,0 7 1 0,-13 0-2 0,1 0 0 0,6 0 0 0,-7 0-1 0,7 0-1 0,6 0 1 0,-6 0 0 0,6 0-2 0,6 0 1 0,-6 0 0 0,0-6-1 0,0 6 2 0,0 6 1 0,6 1 1 0,0 5-3 0,1-6-1 0,5 1 1 0,7-7 0 0,-7-7 2 0,1 1-2 0,-1-6-4 0,-5-7 5 0,-14 6-1 0,1 1 1 0,-13 6-1 0,-12 18-1 0,6 19 1 0,-6 19-2 0,18 1 2 0,7-8 0 0,19-24 1 0,18-13-2 0,6-6 3 0,7-18-4 0,6-1-29 0,-12 6-78 0</inkml:trace>
  <inkml:trace contextRef="#ctx0" brushRef="#br0">14940 2140 31 0,'-6'0'18'0,"6"-18"19"0,6 11-14 0,0 14-13 0,13 18-6 0,-6 12 0 0,-7 1 1 0,-6-13-1 0,-13-13 4 0,1-12 0 0,12-18-5 0,12-20-4 0,20 0 2 0,5 7-2 0,13 12-47 0,-6 13-51 0</inkml:trace>
  <inkml:trace contextRef="#ctx0" brushRef="#br0">15134 2122 24 0,'0'-7'29'0,"6"-11"6"0,7 11-14 0,-1 7-11 0,1 19 8 0,-7 6-17 0,0 0 1 0,1-6-1 0,-7 0 2 0,-7-7 1 0,-5-18-13 0,6-19 10 0,18-13 13 0,13 13-17 0,19 7-15 0,-19 11-32 0,12 1-11 0,7 0 53 0,-13 0 41 0,-24 6 8 0,-20 6-18 0,-12 13-17 0,13 12-5 0,12 0-3 0,25-18 0 0,0-7 1 0,0-6 1 0,-19-19 4 0,-6-6-1 0,-12 0 0 0,-7 13 0 0,-6 5 1 0,0 7-3 0,12 0-2 0,26-6-4 0,18-6 0 0,13-1-2 0,6 19 0 0,0 19 6 0,-25 0 8 0,-19-6 11 0,0-19-14 0,1-25-3 0,11-6-2 0,7 0-39 0,0 12-49 0</inkml:trace>
  <inkml:trace contextRef="#ctx0" brushRef="#br0">15728 1903 37 0,'0'0'15'0,"7"-7"6"0,18 1-12 0,0 37 5 0,-7 51-2 0,-24 24-3 0,-25-12 0 0,-7-19-25 0,20-56-77 0</inkml:trace>
  <inkml:trace contextRef="#ctx0" brushRef="#br0">14633 1633 38 0,'0'0'0'0,"-6"-25"24"0,25 19-8 0,6 12 2 0,0 26-10 0,-12 5 1 0,-13-5-1 0,-13-7-2 0,1-13-3 0,5-12 1 0,7-25-2 0,7-6-1 0,5-7-1 0,1 7 2 0,12 0-2 0,6 24 5 0,6 7-5 0,-18 13 2 0,-6 12 1 0,-7-25-4 0,0 31 3 0,-12-6 2 0,-7-6-2 0,7-13 2 0,6-24-4 0,13-14 0 0,12-5-3 0,0 12 1 0,6 6 0 0,-6 13 1 0,0 12-1 0,-12 13 4 0,-13 6 0 0,0 0-2 0,12-7 0 0,1-5-1 0,18-13 0 0,-6-13 0 0,6-12-1 0,-6 0 0 0,-6 0 0 0,-7 7 1 0,-5 5 0 0,-1 13 1 0,-6 6 0 0,0 13 1 0,0 6 0 0,13-12 3 0,5-7 7 0,7-6-14 0,0-19-1 0,0 7 1 0,-12 5 1 0,-7 14 1 0,0 5 3 0,1 7 0 0,-14-13 1 0,7-12-6 0,7-19 0 0,11-13-2 0,14 13 1 0,-1 25 5 0,-6 19-3 0,-6 6 2 0,0-12-32 0,-13-13-63 0</inkml:trace>
  <inkml:trace contextRef="#ctx0" brushRef="#br0">15265 1314 53 0,'-12'0'15'0,"-13"-12"23"0,25 12-36 0,19 0-90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1852 4400 20 0,'-19'-6'66'0,"-12"0"-33"0,0-1-13 0,18 1-9 0,38 0-7 0,63 0 0 0,74-1 0 0,7 1 1 0,-25 12-3 0,-50 7-1 0,-44-7 0 0,-37-12 6 0,-13 0-4 0,0-1-8 0,-7 7-59 0,1 13-19 0</inkml:trace>
  <inkml:trace contextRef="#ctx0" brushRef="#br0">1914 5001 69 0,'-12'0'5'0,"-1"-6"3"0,-5-1 23 0,5 1-9 0,7 6-7 0,31-6-12 0,62 6 3 0,64 0-2 0,43-6 0 0,-19 12-5 0,-50 0-1 0,-81 7 3 0,-38-13 1 0,-19 0-12 0,13 0-119 0</inkml:trace>
  <inkml:trace contextRef="#ctx0" brushRef="#br0">1883 5552 65 0,'0'0'2'0,"-31"0"0"0,25 6 1 0,-1-6 16 0,39 0-4 0,36 6-9 0,58-6-2 0,55 7 1 0,44-7-1 0,0 0-2 0,-12 6 0 0,-38 6-4 0,-18-12 17 0,-45 0-11 0,-55-6-3 0,-51 12 0 0,-6-6-1 0,-13 0-29 0,7 7-59 0</inkml:trace>
  <inkml:trace contextRef="#ctx0" brushRef="#br0">3629 5589 42 0,'-7'-6'8'0,"1"6"7"0,12 0-5 0,44-6 5 0,51 6-3 0,30 0-2 0,-6 12-6 0,-25-5-3 0,-25-7 5 0,-6 0 6 0,-50 0-11 0,-25 0-6 0,-32 12-94 0</inkml:trace>
  <inkml:trace contextRef="#ctx0" brushRef="#br0">1783 6309 68 0,'-12'0'9'0,"-1"0"-4"0,13 6-2 0,25 7 3 0,25-7 0 0,50-6-2 0,38 0 0 0,62-12-1 0,38-1-3 0,37 1 0 0,13 5-1 0,0 1 3 0,-19 12 3 0,-32 7-2 0,-30 6 1 0,-63-13-3 0,-119 0-2 0,106 0 2 0,-43-6 9 0,-32-6 4 0,-31 0-8 0,-19 0-4 0,1-7-2 0,5 7-36 0,7 0-61 0</inkml:trace>
  <inkml:trace contextRef="#ctx0" brushRef="#br0">8415 4400 53 0,'12'-19'5'0,"7"13"2"0,-13 0 23 0,-6 0-21 0,7 6-6 0,5 0 3 0,13-7 0 0,-6 1-1 0,6 0-3 0,6 6 0 0,7 0 0 0,12 0-1 0,6 0 1 0,0 0 0 0,-12 0-2 0,-6 6 1 0,18-6 0 0,13-6-1 0,12-1 0 0,0 7-1 0,-12 0 2 0,-6 0-1 0,6 0 0 0,-7 0 1 0,7 0-1 0,12 7-1 0,-6-1 2 0,-6 0 0 0,13 1 0 0,-7-7-1 0,0 6 1 0,-13 0-1 0,-12-6 1 0,-6 0-1 0,0 0 1 0,0-6-1 0,6 6 0 0,0 0 0 0,-13 0 1 0,1 0-1 0,-7-6 0 0,-6 6-1 0,0-7 1 0,-12 7 1 0,-7-6-1 0,7 0 1 0,-7 6-2 0,6 0 2 0,1-7-1 0,-1 7 1 0,-5 0-1 0,5 0-2 0,-6-6 3 0,7 6 0 0,-7 0-1 0,0 6 0 0,1-6 0 0,5 0-1 0,-12 0 1 0,6 0 1 0,-6 0-1 0,7 0 0 0,-1 0 1 0,0-6-2 0,-6 6 2 0,0-6 0 0,13 6-1 0,-1 0 0 0,-6 0-1 0,1 0 1 0,-1 0 1 0,0 0-1 0,7 0 0 0,-7 0 0 0,6 0 0 0,-12 0 0 0,7 6 0 0,-1-6 0 0,0 0 0 0,1 0 0 0,-1 0 0 0,-6 0 0 0,0 0 0 0,0 0 1 0,0-6-1 0,6 6 0 0,-6-6 0 0,6 6 0 0,-6 0 0 0,0-7 0 0,7 7 0 0,-7 0 0 0,0 0 0 0,0 0 0 0,0 0 0 0,-7 7-1 0,7-7 2 0,-6 0-1 0,6 0 0 0,0 0 0 0,0 0 0 0,-6 0 0 0,6 0 0 0,0 0-1 0,6 0-1 0,-6 0-5 0,0-7-13 0,0 1-77 0</inkml:trace>
  <inkml:trace contextRef="#ctx0" brushRef="#br0">7113 3599 54 0,'0'0'0'0,"-6"-13"23"0,6 13 0 0,0 7 4 0,0 11-17 0,0 1-2 0,6 12-3 0,-6-5-3 0,7-14 2 0,-1-12 0 0,6 0 1 0,13-12-9 0,7-1-24 0,-1-12-38 0,-25 19 14 0</inkml:trace>
  <inkml:trace contextRef="#ctx0" brushRef="#br0">7157 3467 90 0,'-12'-6'7'0,"-7"-6"-6"0,38 12-84 0</inkml:trace>
  <inkml:trace contextRef="#ctx0" brushRef="#br0">7345 3424 114 0,'-6'31'1'0,"-7"69"-1"0,7-6 5 0,-7-6-3 0,13-7-7 0,7-25-32 0,5-43-33 0</inkml:trace>
  <inkml:trace contextRef="#ctx0" brushRef="#br0">7458 3699 84 0,'0'0'6'0,"-7"31"9"0,1 19 2 0,0-6-6 0,6-19-5 0,0-12-2 0,0-13 6 0,0-38-5 0,-7-24-4 0,20-26 1 0,6 19-1 0,0 32-1 0,12 30-2 0,6 32 1 0,-12 0 1 0,-37-6 0 0,-38-6 0 0,0-1-27 0,44-12-83 0</inkml:trace>
  <inkml:trace contextRef="#ctx0" brushRef="#br0">7895 3724 94 0,'-6'0'6'0,"-6"-19"15"0,30 7-8 0,26 6-6 0,25-1-4 0,-6 7-3 0,-20 0-18 0,-24 0-78 0</inkml:trace>
  <inkml:trace contextRef="#ctx0" brushRef="#br0">8089 3605 118 0,'-6'0'3'0,"-44"56"0"0,44 1 2 0,12-7-5 0,19-13-98 0</inkml:trace>
  <inkml:trace contextRef="#ctx0" brushRef="#br0">8484 3605 55 0,'-7'6'12'0,"1"26"10"0,-6-1-6 0,5-12-9 0,14 0-3 0,11-13-1 0,7-6-1 0,-6-19-1 0,-6-12-1 0,-13-1 0 0,-19-5 0 0,-6 18-1 0,-6 13 0 0,5 12 0 0,20 13 0 0,19 0 0 0,31-7 1 0,24-6-5 0,20-18 1 0,-13-1 3 0,-25-12 2 0,-25 0 1 0,-19 19 5 0,-6 0-1 0,-6 18-3 0,0 20 0 0,0-7-1 0,6-13-4 0,6-6-37 0,6-6-38 0</inkml:trace>
  <inkml:trace contextRef="#ctx0" brushRef="#br0">8846 3405 97 0,'-18'-13'6'0,"11"38"7"0,-11 57 7 0,-14 43-11 0,7-12-6 0,19-32-2 0,19-31-11 0,-1-25-53 0,-6-19 5 0</inkml:trace>
  <inkml:trace contextRef="#ctx0" brushRef="#br0">8940 3630 65 0,'7'-6'13'0,"-1"25"14"0,-6 37-5 0,-19 19-10 0,6-25-5 0,1-18-3 0,12-20 1 0,0-18 3 0,6-32-5 0,0-12-2 0,7-6 0 0,-13-1 0 0,19-11 0 0,6-1-1 0,0 56 0 0,0 20-3 0,-19 30 4 0,-12 1 0 0,-19-26 2 0,-19 1-3 0,-6-7-43 0,44-6-61 0</inkml:trace>
  <inkml:trace contextRef="#ctx0" brushRef="#br0">9453 3624 17 0,'0'0'22'0,"-6"0"0"0,-7-6-9 0,7 6-7 0,0 0-2 0,6 0-2 0,6 0 3 0,19 0-1 0,32 0 5 0,11 0 0 0,26 6-4 0,0-6-1 0,-25 0 2 0,-32-6-1 0,-18 6-3 0,-6-7-1 0,-7 7-16 0,0-6-84 0</inkml:trace>
  <inkml:trace contextRef="#ctx0" brushRef="#br0">9766 3499 40 0,'-6'0'5'0,"-13"-7"20"0,19 1-7 0,6 12-7 0,13 13-3 0,19 0-5 0,5 12-1 0,1-12-1 0,0 0 0 0,-19-7-1 0,-25-5 2 0,-25 5 3 0,-13 7 2 0,-12 0-1 0,25 0-1 0,13-1-2 0,6-5-1 0,-1-7-1 0,7 0 1 0,0-6-4 0,0-6-20 0,0 6-56 0,-6 0 47 0</inkml:trace>
  <inkml:trace contextRef="#ctx0" brushRef="#br0">10586 3505 17 0,'-7'0'12'0,"1"0"-30"0</inkml:trace>
  <inkml:trace contextRef="#ctx0" brushRef="#br0">10604 3492 25 0,'0'0'0'0,"0"-6"18"0,0 0 16 0,0 0-3 0,7-1-19 0,11-5-6 0,7 6-3 0,-12-1-1 0,-7 1-1 0,0 6 2 0,-6-6-1 0,-6 0-1 0,-6-7 1 0,-7 13-2 0,-6 6 0 0,0 1-1 0,-6 5 1 0,6 7 0 0,0 0 0 0,0 12 0 0,18-12 0 0,7 6-1 0,13 6 1 0,18 7-1 0,-18-7 1 0,-13-6 0 0,-19-12 1 0,-6-13 3 0,-6 0 4 0,5-7-4 0,14 1-4 0,12 6-18 0,25 0-61 0,-19 0 41 0</inkml:trace>
  <inkml:trace contextRef="#ctx0" brushRef="#br0">10661 3561 23 0,'0'-12'20'0,"12"6"13"0,-12-1-5 0,0 14-18 0,0 5-4 0,0 7-3 0,0 12-1 0,0-12-1 0,6 0 0 0,7-13 0 0,6 0-1 0,6-6-1 0,-6-6 0 0,-1-7 2 0,-5 1-1 0,-7-7 1 0,0 0 1 0,7 13-1 0,-13 25 0 0,-6 0-1 0,12-1 1 0,19-5-1 0,0-7-1 0,6 0 1 0,7-12 0 0,-7-6 0 0,-6-13 1 0,-12 0 0 0,-1 0 3 0,-12 12 2 0,0 7-2 0,0 18-3 0,-6 26 0 0,-7 12 1 0,7 13 0 0,6-7 1 0,-6-12-1 0,6-26 0 0,-6-11 3 0,6-26 0 0,-7-25-4 0,14-31-3 0,5 0-5 0,7 37 4 0,6 13 1 0,12 25 0 0,-18 25 1 0,-19-6 0 0,-37 0 1 0,-20-7-19 0,32-5-97 0</inkml:trace>
  <inkml:trace contextRef="#ctx0" brushRef="#br0">11142 3618 108 0,'-6'-7'5'0,"19"1"-4"0,12-6 0 0,0-1 1 0,6-6-1 0,-18 1 0 0,-7-1 0 0,-6 6 1 0,-13 13 3 0,-5 0-2 0,-1 25-1 0,0 13 1 0,6-7-1 0,13-6 0 0,19-12 1 0,13-13-1 0,18 0-4 0,-7-13-33 0,-18 7-49 0</inkml:trace>
  <inkml:trace contextRef="#ctx0" brushRef="#br0">11380 3549 32 0,'0'-6'1'0,"25"-7"19"0,7 7 20 0,-7 37-22 0,-19 7-11 0,-6-1-4 0,-6-24 2 0,-7-13 5 0,7-32-6 0,12-18-1 0,32 7-10 0,18 30-53 0,-37 13 0 0</inkml:trace>
  <inkml:trace contextRef="#ctx0" brushRef="#br0">11662 3530 93 0,'-7'0'4'0,"1"-12"4"0,19 5-6 0,-7 1 9 0,-6 6-3 0,0 0-8 0,0 19 5 0,0 6-2 0,6 0-3 0,7 0 1 0,-1-13-2 0,7-5 2 0,0-7 1 0,6-13 0 0,0-12 0 0,-6-6-2 0,-1 12 1 0,-11 0 0 0,5 7-1 0,1 12 0 0,-7 0 0 0,-6 12 0 0,0 13 1 0,6-6-1 0,0-6 1 0,13-1 0 0,12-12 0 0,-5-12 0 0,-1-7-1 0,-13 6 0 0,7 7 0 0,-13 12-1 0,-6 19 0 0,0 7 1 0,6-7-15 0,-6-13-63 0,0-6 42 0</inkml:trace>
  <inkml:trace contextRef="#ctx0" brushRef="#br0">12043 3374 105 0,'-6'-13'4'0,"0"1"-29"0,12 18-43 0</inkml:trace>
  <inkml:trace contextRef="#ctx0" brushRef="#br0">12187 3474 37 0,'7'-13'10'0,"-7"13"8"0,-19-6 8 0,-13 12-15 0,14 7-5 0,24 12-5 0,19 6-4 0,19 19 3 0,-19-12-1 0,-25-32 4 0,-25-6 3 0,-13-6-10 0,19-7-49 0,19 13 3 0</inkml:trace>
  <inkml:trace contextRef="#ctx0" brushRef="#br0">12294 3555 35 0,'18'-12'25'0,"20"-7"-7"0,6 6-11 0,-13 7-2 0,-18 0-2 0,-20-7 4 0,-24 13 0 0,0 0-4 0,12 19-3 0,13 0 1 0,18 6-3 0,19 0-3 0,13-13-10 0,13-5-27 0,-14-7-3 0</inkml:trace>
  <inkml:trace contextRef="#ctx0" brushRef="#br0">12644 3555 10 0,'19'-19'30'0,"0"-6"9"0,-38 6-14 0,-25 26-22 0,6 5-1 0,20 13 0 0,24-6-4 0,13-6-1 0,18-7 0 0,7-25 3 0,-13-31 0 0,7-25 2 0,-19 19-2 0,-13 37 4 0,-25 38-2 0,-12 24 1 0,18 14-1 0,32-7-1 0,12-19-2 0,19-25-1 0,-25-12-2 0,-12 0-82 0</inkml:trace>
  <inkml:trace contextRef="#ctx0" brushRef="#br0">10342 4719 12 0,'-7'7'6'0,"-18"-1"-1"0,7-6 27 0,-1 6-6 0,6-6-5 0,1 0-8 0,12 0-3 0,12-6-7 0,26 0 2 0,18-1-1 0,19 1-2 0,19 6 0 0,6 6-1 0,-12 1 1 0,-13-1-1 0,-19-6 1 0,-18-6 4 0,-20-1-3 0,-5-5-3 0,-1 6-13 0,-5-1-29 0,-1 7-34 0,-6-6 56 0</inkml:trace>
  <inkml:trace contextRef="#ctx0" brushRef="#br0">10817 4600 35 0,'-12'0'12'0,"5"-6"22"0,7 0-5 0,0 6-13 0,0 0-11 0,13 6-4 0,-1 7-1 0,13 5 1 0,13 7 0 0,6-12 1 0,-13-1-2 0,-12-5 1 0,-7-1-1 0,-12-6 1 0,7 0 0 0,-14 6 4 0,-11 26-5 0,-14-1 0 0,-5 6 1 0,12-12 1 0,6-6 1 0,0 0 0 0,13-13 1 0,6 1-1 0,0-14 0 0,0 1-30 0,0 6-71 0</inkml:trace>
  <inkml:trace contextRef="#ctx0" brushRef="#br0">3059 5001 66 0,'0'0'7'0,"7"0"7"0,5 0 8 0,7 0-6 0,0 6-8 0,-1-6-1 0,14 6-4 0,11-6 3 0,14-6-3 0,-7 6-1 0,6-6 0 0,-6 6 0 0,-12 6 1 0,-32-6-2 0,50 0 2 0,7 0-3 0,6 0 1 0,-1-6 0 0,70 6 2 0,-63 0-1 0,19 6 0 0,6-6-1 0,7 0-1 0,5-6 0 0,-12 6 2 0,0-6-1 0,0 6-1 0,-6 0 0 0,-6 0 0 0,-13 0 1 0,-13 0-1 0,1 0 1 0,-7 6 0 0,1-6 0 0,-14 6-1 0,-11-6 4 0,-7 0 2 0,-19 0 2 0,0-6-1 0,-6 6-4 0,0-13-2 0,0 7-36 0,-6 6-95 0</inkml:trace>
  <inkml:trace contextRef="#ctx0" brushRef="#br0">7045 5633 26 0,'0'0'6'0,"-19"0"18"0,6-6 2 0,1 0-4 0,12-1-7 0,-6 1-6 0,24 6-7 0,7 6 1 0,19-6 0 0,31 0 2 0,19 0-5 0,37-6 1 0,13 0 1 0,13 6-1 0,12 0-2 0,0 0 2 0,-1 0-3 0,-5-6 3 0,6-7 0 0,0 1-1 0,-19 5 1 0,-12 7-1 0,-44-6 2 0,-19 6 3 0,-25 0 2 0,-25 0 1 0,-6-6 0 0,-13 0-1 0,-6-1-4 0,0 1-14 0,0 6-118 0</inkml:trace>
  <inkml:trace contextRef="#ctx0" brushRef="#br0">5355 6259 50 0,'0'0'7'0,"0"-6"-5"0,0 0 22 0,0-1-2 0,7 7-12 0,-1 7-3 0,6 5-1 0,1 7-3 0,-1 0 0 0,7 6-1 0,6-7 0 0,-6 8-1 0,6-14-1 0,0 1 0 0,6-7 3 0,7-6-2 0,-1 0-2 0,13-6 1 0,1-1 1 0,-8 7-1 0,-5 0 1 0,6-6-1 0,-1 0 0 0,1 6 0 0,6 0-1 0,0-6 1 0,-18-1-2 0,-7 1 2 0,0 6 1 0,0 0 0 0,0 0 0 0,0 6-1 0,0 7 1 0,-13 12 0 0,7 0 0 0,0 6-1 0,-7-6 1 0,1-6 0 0,-1 0 1 0,-5-7 0 0,-1-5-1 0,0-7 2 0,0-13 0 0,-6-6-3 0,7 7 1 0,-1-7 0 0,6-6 1 0,13 0-2 0,0 6 1 0,0-6-1 0,-6 6 1 0,13 7-2 0,-7 5 0 0,6-5 1 0,0-1 1 0,7 7-1 0,-1 0 0 0,7 6 0 0,0-6 0 0,0-1 0 0,6 7-1 0,12 0-1 0,-12 7 0 0,0-1 2 0,-6 0 0 0,6 0 0 0,6 1 0 0,-6 5 0 0,1-6 0 0,-8-6-1 0,-5 7 0 0,-7-1 1 0,13 0-1 0,0 1 1 0,0-7 0 0,-1 0 1 0,1 0-2 0,0 0 2 0,-7 0-1 0,20 0 0 0,-7-7 0 0,-6 7-2 0,-1-6 2 0,-5-7 1 0,-7 1 0 0,-12-13 0 0,-7 6 1 0,1 0 1 0,-7 1-2 0,-6 5 0 0,0 1-18 0,0 12-85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7989 2641 3 0,'0'-6'24'0,"-6"-7"3"0,6 1-10 0,0 6 0 0,6-1-6 0,7 1-6 0,-1 6 0 0,7 13-1 0,6 12 0 0,6 6-1 0,1-6 0 0,-14 0 3 0,-11 0 0 0,-1-6-2 0,0-13 0 0,7 0-1 0,-7-6-1 0,0 0-1 0,-6 0 0 0,0 0-20 0,6 0-74 0,-6-6 66 0</inkml:trace>
  <inkml:trace contextRef="#ctx0" brushRef="#br0">8164 2566 11 0,'-6'-6'16'0,"6"6"-1"0,-6 0 14 0,-7 19-6 0,-5-1-15 0,-1 14-2 0,-6 5-1 0,-13 1 1 0,7-1 0 0,0-12 0 0,12 0-3 0,6-12-1 0,7 6-1 0,0-7 1 0,6-12 1 0,-6 0 0 0,6 0-2 0,0 0-1 0,6 6-46 0,6-6-25 0</inkml:trace>
  <inkml:trace contextRef="#ctx0" brushRef="#br0">8984 2647 3 0,'0'0'9'0,"6"-6"4"0,-6 0 2 0,0 0-6 0,0-1-5 0,-6 7 0 0,-6-6 2 0,-1 6 1 0,-6 0-4 0,0 6 0 0,1 1-2 0,-7 5 5 0,6 1-1 0,6-1-3 0,1 7 0 0,6 0-1 0,6-7 0 0,12 1 2 0,13-13-1 0,0 0 0 0,6-6-1 0,-12-13 1 0,0-6 1 0,0-7-1 0,0-5-3 0,-13-1 2 0,0 13-1 0,-12 0 0 0,0-19 1 0,-1 38-2 0,7 6-3 0,0 19 1 0,-6 25 1 0,6-7 4 0,6 7-1 0,1-13 2 0,-7-6-1 0,0-12 0 0,0 0 0 0,0-7-13 0,12-6-67 0</inkml:trace>
  <inkml:trace contextRef="#ctx0" brushRef="#br0">9165 2616 12 0,'0'0'0'0,"-12"0"21"0,12 0-2 0,6-6 0 0,13 0 0 0,19-1-13 0,5 1-2 0,-11 6-3 0,-1 0 2 0,-19 0-1 0,1 0 0 0,-7 0-1 0,0 0-89 0</inkml:trace>
  <inkml:trace contextRef="#ctx0" brushRef="#br0">9253 2497 11 0,'0'0'4'0,"0"0"17"0,-6 13 14 0,6 18-12 0,0 7-13 0,6-1-4 0,0-12-2 0,1-12 0 0,-1-1-40 0,0-6-29 0</inkml:trace>
  <inkml:trace contextRef="#ctx0" brushRef="#br0">9510 2510 28 0,'0'0'0'0,"0"-13"27"0,6 13-24 0,0 19 25 0,-12 19-7 0,0-1-12 0,12-6-4 0,0-12-2 0,-6-13 0 0,6 1 0 0,-6-7-13 0,7 0-90 0</inkml:trace>
  <inkml:trace contextRef="#ctx0" brushRef="#br0">9772 2410 3 0,'0'0'0'0,"7"43"43"0,-7 20-19 0,-7 0-12 0,-5-7-5 0,-19-12 0 0,-7 0-17 0,7-26-63 0</inkml:trace>
  <inkml:trace contextRef="#ctx0" brushRef="#br0">8771 2441 23 0,'0'-6'14'0,"-6"-1"-12"0,6 7 8 0,-12-6 1 0,-7 12-2 0,-12 13-3 0,-1 12 0 0,7 13 2 0,6 13 5 0,7-1-2 0,18 0-6 0,19-12-2 0,6-13-2 0,1-12 3 0,-7-13-2 0,-19-6 3 0,0 0-1 0,-6 0-1 0,0 0-24 0,7 7-71 0</inkml:trace>
  <inkml:trace contextRef="#ctx0" brushRef="#br0">10348 2616 23 0,'0'0'1'0,"-6"-19"2"0,18 1 4 0,-12-1 5 0,0-6 9 0,-12 0-3 0,-7 6-9 0,0 0-5 0,-6 13-2 0,13 6 1 0,-7 6 1 0,-6 13-2 0,-6 19 0 0,12-1-2 0,12-6 0 0,7 7 2 0,19-19-1 0,0-7 0 0,0-12 1 0,6-12-1 0,6-20 0 0,-6 7-2 0,-12 7 2 0,-7 11-1 0,-6 1 0 0,0 19 0 0,6 12 0 0,0 6-1 0,-6-6 1 0,13-6-16 0,6 0-41 0,-13-19 28 0</inkml:trace>
  <inkml:trace contextRef="#ctx0" brushRef="#br0">10529 2529 25 0,'0'0'6'0,"-6"-7"26"0,6 7-9 0,0 13-16 0,0 6-4 0,0 6 0 0,6 0-2 0,1-13 0 0,5-6 3 0,7 1-2 0,6-20-2 0,6-6-1 0,-12 7 1 0,-7-1 0 0,-12-5 1 0,7-1 2 0,-7 19-1 0,0 0-2 0,6 12 1 0,-6 7-1 0,12 0 0 0,7 0 0 0,6-7 1 0,7-6 1 0,5 1-2 0,1-14-2 0,-1-11-2 0,-18 5 4 0,-7-6 0 0,-5 1-2 0,-1-1 2 0,-6 6 0 0,0 7 0 0,0 0-1 0,0-1 1 0,0 7 0 0,-6 0 0 0,-1 0 0 0,1-6 1 0,0 6-2 0,0 0 2 0,-7 6-1 0,-12 1 3 0,13 12-3 0,-1 6 3 0,13-13-2 0,13-12 1 0,5 0-3 0,20 25 1 0,-19 31-1 0,-7 13 0 0,-31-25 13 0,-18-25-2 0,-1-19-3 0,13-6-18 0,19-1-69 0,12 1 43 0</inkml:trace>
  <inkml:trace contextRef="#ctx0" brushRef="#br0">10992 2522 37 0,'0'0'0'0,"13"-12"8"0,12 18 27 0,-13 25-17 0,-5 7-9 0,-7-13-2 0,-7-19 5 0,1-12-4 0,0-19-6 0,18-13-2 0,13 1-2 0,-12 24 1 0,18 7-1 0,-6 12 0 0,-6 19 1 0,-7 0 2 0,-12-12-1 0,-6-7 2 0,0-12 1 0,6-19-2 0,25 0-4 0,13 12-3 0,-13 7 4 0,0 6-1 0,-19 19 1 0,0 0 2 0,-6-7 0 0,19 1 1 0,12-13 0 0,13 0-1 0,-13-13 0 0,-12-6 0 0,-6-6-1 0,-20 0 1 0,1 6-1 0,0 19-1 0,-7 13 2 0,1 12 0 0,12-6 0 0,0 0 1 0,25-13 0 0,6-12-1 0,19 6-2 0,-19 0 1 0,-12 18 1 0,-25-5 5 0,6-7 3 0,-6-25-5 0,18-6-2 0,7 0-2 0,18 19-3 0,-5 12 1 0,-7 32 3 0,0-7 0 0,56-25 1 0,-43-37-1 0,-13-7 1 0,6-49-1 0,-6 5-4 0,6 7-3 0,-25 63 7 0,-6 37 5 0,-18 31-3 0,5 19-2 0,19-12-3 0,-6-7-34 0,0-31-31 0</inkml:trace>
  <inkml:trace contextRef="#ctx0" brushRef="#br0">11812 2453 65 0,'-6'-12'20'0,"6"-7"-16"0,50 7-4 0,18 12-12 0,1 12-28 0,-62-12 14 0</inkml:trace>
  <inkml:trace contextRef="#ctx0" brushRef="#br0">12112 2460 29 0,'0'0'0'0,"-6"-7"28"0,12 1-14 0,19-6-10 0,6-7 0 0,-24 6 1 0,-14 7-1 0,-24 6 0 0,-13 19 1 0,26 6-5 0,11 0 1 0,39 0-6 0,11-13-3 0,14-5 6 0,-7-14 3 0,0-5-2 0,-13-13 3 0,-12 0 2 0,-12 19 2 0,-26 6-3 0,-24 6 1 0,12 13-3 0,19-7 1 0,24-6 0 0,7-12-1 0,13-13-1 0,-1-24 0 0,-11-26 0 0,-26 31 0 0,-7 32-2 0,-12 43 2 0,1 20 1 0,36-1-1 0,26-12-2 0,0-19-20 0,-31-19-32 0</inkml:trace>
  <inkml:trace contextRef="#ctx0" brushRef="#br0">13076 2341 25 0,'0'0'6'0,"6"-7"20"0,0 7 8 0,-6 7-16 0,0 12-9 0,0-7-5 0,13-6 0 0,12-6-1 0,-13 0-4 0,7 0-17 0,6 0-52 0,-25 0 41 0</inkml:trace>
  <inkml:trace contextRef="#ctx0" brushRef="#br0">13176 2216 62 0,'-13'-19'28'0,"13"13"-27"0,25 12-59 0,-18-6 33 0</inkml:trace>
  <inkml:trace contextRef="#ctx0" brushRef="#br0">13395 2128 34 0,'6'-19'40'0,"0"7"-25"0,0 30 0 0,-24 39-4 0,-1 37-6 0,13-7-4 0,6-5-18 0,12-20-72 0</inkml:trace>
  <inkml:trace contextRef="#ctx0" brushRef="#br0">13514 2366 64 0,'0'0'4'0,"6"-6"14"0,6 43 2 0,-12 19-11 0,-6-6-7 0,6-31 2 0,-6-12 2 0,0-26 1 0,12-31-3 0,6-38-2 0,13-6-2 0,7 50-1 0,-1 38-2 0,-6 37 1 0,-13 13 2 0,-30-19 1 0,-32-6-10 0,0-13-94 0</inkml:trace>
  <inkml:trace contextRef="#ctx0" brushRef="#br0">13751 2328 101 0,'0'0'0'0,"-12"-6"-85"0</inkml:trace>
  <inkml:trace contextRef="#ctx0" brushRef="#br0">4842 3067 63 0,'-12'-6'16'0,"-1"-1"2"0,13 7-18 0,13-6 3 0,6 6 6 0,12 0-4 0,6 0-3 0,1 6-1 0,-26-6 5 0,-12-6 13 0,-25 0-13 0,-18 6-3 0,-7 6 0 0,6 0 2 0,25 1-3 0,7-1-3 0,24 0 0 0,26 7 1 0,5-20-1 0,-5 1 4 0,-32 6-3 0,-12 0 2 0,-25 13 0 0,6-7-1 0,18-6-82 0</inkml:trace>
  <inkml:trace contextRef="#ctx0" brushRef="#br0">5587 2629 3 0,'0'0'2'0,"-6"-7"13"0,6 1 1 0,0 12 3 0,6 7-14 0,0-1-1 0,0 1 0 0,1-7 1 0,-1 0-3 0,-6 1 0 0,6-7 1 0,0-13 1 0,13-6-2 0,6 1 0 0,0 5-1 0,-6 1 1 0,-13 5-2 0,1 7-17 0,11-6-50 0</inkml:trace>
  <inkml:trace contextRef="#ctx0" brushRef="#br0">6794 2510 16 0,'0'0'0'0,"-6"0"16"0,6 0-8 0,13 6 0 0,-7 7 6 0,6-1-7 0,-5 1-1 0,5-7-5 0,-6 0 1 0,7-12 2 0,6-13-2 0,6 7-1 0,-7-14 2 0,1 14 3 0,-6-7-5 0,12 13-11 0,-13 6-64 0</inkml:trace>
  <inkml:trace contextRef="#ctx0" brushRef="#br0">8033 5602 39 0,'-19'-6'4'0,"1"6"28"0,-1-7-10 0,0 7-7 0,13 0-3 0,6-6-5 0,31 6-3 0,32-6-1 0,5 6-1 0,-11 0 0 0,-20 0 2 0,-24 0-1 0,-26 0 3 0,-18 0-5 0,-25 0 2 0,-7 6-3 0,-12 0 1 0,19 1-1 0,12-7 2 0,25 0-1 0,13 0 0 0,31 0 0 0,31 0 4 0,19-7-3 0,0 1 1 0,-25 6-1 0,-31 0-1 0,-25 0 1 0,-19 6 2 0,-31 1-3 0,-7-1 1 0,0 6-5 0,32-5 3 0,25-7 1 0,12 0 1 0,32-7-1 0,18 7-1 0,7-6 0 0,-20 6 1 0,-24 0 0 0,-13 0 0 0,-6 0 0 0,-18 0-15 0,5 0-129 0</inkml:trace>
  <inkml:trace contextRef="#ctx0" brushRef="#br0">11749 4469 34 0,'-6'0'14'0,"-6"0"1"0,-1 0 9 0,7-6-2 0,0 6-10 0,12 0 1 0,-6 0-12 0,19 0 1 0,6 0 0 0,6 0 1 0,19 0 1 0,12 0-2 0,7-7 0 0,-12 7 0 0,-14-6 0 0,1 0-1 0,-13 6-2 0,-12-6 1 0,-6 6 1 0,-1 0-1 0,-5 0-13 0,5-7-32 0,-12 7-38 0</inkml:trace>
  <inkml:trace contextRef="#ctx0" brushRef="#br0">12150 4375 26 0,'0'-6'19'0,"12"12"15"0,7 19-18 0,0 0-2 0,-13-6-4 0,-25-7-4 0,-18 1-14 0,12-1-57 0,18-12 28 0</inkml:trace>
  <inkml:trace contextRef="#ctx0" brushRef="#br0">6532 3230 48 0,'-7'0'41'0,"7"0"-36"0,19 12 0 0,25 7-5 0,12-7 2 0,19 1-3 0,0-7 1 0,19 0 0 0,19-6 2 0,12 0 5 0,25-6-2 0,19 0-5 0,25 6 1 0,6 0-1 0,13-6 1 0,12-1-2 0,13 7 2 0,6 0-2 0,6 0 2 0,0 0 1 0,1 13-1 0,5-1 0 0,-6 7-1 0,7-6 0 0,-7 6 0 0,0 6 0 0,-12 0 0 0,-13 0 1 0,-12 6-2 0,-7-6 2 0,-18 13-1 0,-19 5 1 0,-19 1-2 0,-31 12 1 0,-13-5 0 0,-18 11 1 0,-7-6-3 0,-12 1 4 0,-12-1-2 0,-26 7 2 0,-12-7-1 0,-7 7 1 0,-12-13-1 0,-6 6 0 0,-13 0 0 0,0-12 1 0,-12-6 1 0,-7-7 1 0,7-12 0 0,6-7-2 0,19-5 0 0,6-7 0 0,0-19-3 0,12-6 2 0,-12-6-1 0,0 5 0 0,0-11 0 0,7 12-1 0,-1 0 2 0,0 25-1 0,-6 0-2 0,-12 31 2 0,5 7 1 0,7-13-1 0,7 6 2 0,-1-12-1 0,13-7 0 0,6 1 1 0,19-13 0 0,-1-6-1 0,-11-1 0 0,-26 7 0 0,-6 0-6 0,-6 7-92 0,6-7 53 0</inkml:trace>
  <inkml:trace contextRef="#ctx0" brushRef="#br0">6281 4575 21 0,'0'-6'5'0,"7"-6"2"0,-1 5 37 0,-6 1-11 0,0 6-10 0,-6 19-7 0,-13 31-5 0,-6 6-3 0,12-12 0 0,7-13-3 0,0-12-1 0,0-6-1 0,-1-13-2 0,7 0-23 0,0-13-112 0</inkml:trace>
  <inkml:trace contextRef="#ctx0" brushRef="#br0">6231 4544 60 0,'0'-6'15'0,"0"6"28"0,0-6-18 0,7 12-15 0,11 6-1 0,1 7-1 0,6 6-1 0,0 0-2 0,0 0-1 0,-6 0 0 0,12-12 0 0,-6-7-2 0,6 7-2 0,-12-7 1 0,0 0-6 0,0-12-24 0,0-7-105 0</inkml:trace>
  <inkml:trace contextRef="#ctx0" brushRef="#br0">6582 4469 64 0,'0'0'4'0,"0"-13"16"0,0 13 18 0,0 0-24 0,-7 7-1 0,1 24-5 0,-6 7-1 0,-1 12-2 0,1-13 1 0,5-6-1 0,1-6 1 0,0-18-3 0,6-1 2 0,6-12-157 0</inkml:trace>
  <inkml:trace contextRef="#ctx0" brushRef="#br0">12951 4319 61 0,'18'-19'11'0,"14"6"15"0,-1 7-13 0,6 12-4 0,7 1-4 0,-6 11-3 0,-13 14-1 0,-13-1 2 0,-12 0-1 0,-6 7 1 0,-13 6-1 0,-6 0 0 0,0-1 0 0,0 1-2 0,6 0-1 0,7 6 2 0,12-6 1 0,6 0-2 0,13-7 1 0,12 7 0 0,0-13-1 0,1-6 1 0,-7-6 0 0,-6-6 2 0,-1-1-2 0,-11-6 1 0,-7-6 1 0,-7 0 4 0,-11 0-2 0,5 7-3 0,-6-1-1 0,0 6-1 0,-6 14 1 0,0-1-1 0,0 6 1 0,0 13-1 0,13-7 2 0,-7 20-4 0,7-14 1 0,-1 14 1 0,7 5-3 0,6-5 4 0,0 5-2 0,6 13 3 0,13 7-4 0,0-1 1 0,-7 0 1 0,-12-5-1 0,-12-14 2 0,-20-18 1 0,1-19 6 0,-13-19 4 0,0-6-3 0,13-18-6 0,12 5-6 0,7 0-38 0,24-5-90 0</inkml:trace>
  <inkml:trace contextRef="#ctx0" brushRef="#br0">13532 5164 100 0,'0'-13'8'0,"-6"19"-1"0,-19 19 13 0,6 19-12 0,13 0-5 0,0-6-2 0,-7 5-1 0,-5-24-7 0,-1-6-50 0,19-13-3 0</inkml:trace>
  <inkml:trace contextRef="#ctx0" brushRef="#br0">13445 5120 37 0,'0'0'13'0,"6"-6"27"0,7-1-17 0,5 26-14 0,1 12 1 0,0 7 2 0,6 0-7 0,6-1-3 0,-6-12 1 0,6 0-2 0,7-6-4 0,-7-19-23 0,-6-13-36 0,-18 7 11 0</inkml:trace>
  <inkml:trace contextRef="#ctx0" brushRef="#br0">13776 5076 37 0,'0'-6'21'0,"7"0"10"0,-7 6-10 0,-7 12-8 0,-11 26-1 0,-1 12-2 0,6 6-6 0,7-12-3 0,6 6 0 0,6-19-5 0,-6-18-73 0,-6-7 30 0</inkml:trace>
  <inkml:trace contextRef="#ctx0" brushRef="#br0">14183 5164 36 0,'-6'0'9'0,"0"-19"6"0,6 13 9 0,0-1 0 0,6 7-7 0,6 0-5 0,1 19-1 0,6 12-4 0,-1-12-5 0,1 0-3 0,0-6 2 0,-7-1-21 0,-12-6-16 0,0 1-33 0</inkml:trace>
  <inkml:trace contextRef="#ctx0" brushRef="#br0">14321 5101 43 0,'0'0'24'0,"-13"0"-7"0,1 19-1 0,-13 0-4 0,6 12 1 0,-12 0 0 0,12-6-5 0,0 0 0 0,7-6-3 0,-1-13-1 0,7-6-3 0,6-6-19 0,0 6-37 0,6 0-18 0</inkml:trace>
  <inkml:trace contextRef="#ctx0" brushRef="#br0">14621 4988 34 0,'0'0'9'0,"12"-12"4"0,-5 12 19 0,-14 0-8 0,-11 6-13 0,-7 25-3 0,-7 13-4 0,7 6-1 0,13-6-1 0,12 0 2 0,6-13-3 0,13 1 0 0,0-7-1 0,-1-7 0 0,-5-18-4 0,6-12-14 0,-19-1-83 0</inkml:trace>
  <inkml:trace contextRef="#ctx0" brushRef="#br0">14909 5157 47 0,'0'-6'23'0,"0"-6"-6"0,6-1 1 0,-6 1-5 0,0 5-4 0,-13-5-3 0,1 12-3 0,-7-6-3 0,0 12 1 0,-12 6 0 0,0 13-1 0,12-6 0 0,19-6 1 0,0 5-1 0,6-5-5 0,1 0 4 0,-1-13-1 0,13 0-3 0,12-19-2 0,0 6 2 0,-6-6 2 0,0-6 3 0,-12-12 1 0,-1-1-1 0,-5 1-3 0,-1-1 3 0,0 7 0 0,-6 12 1 0,0 13-3 0,0 18 4 0,-6 32 2 0,0 6 0 0,6 0-1 0,0-12 0 0,0-13-1 0,6 0-5 0,-6-13-33 0,6-12-38 0</inkml:trace>
  <inkml:trace contextRef="#ctx0" brushRef="#br0">15090 5107 67 0,'0'0'8'0,"0"-6"5"0,25 0 4 0,6 6 1 0,1-6-5 0,5-1-7 0,-12 7-7 0,-6 0-8 0,-13 0-16 0,1 0-69 0</inkml:trace>
  <inkml:trace contextRef="#ctx0" brushRef="#br0">15228 4970 40 0,'0'0'28'0,"-6"12"6"0,-1 13-13 0,1 13-11 0,6-7-7 0,0-6-4 0,0-6-18 0,6 0-53 0,-6-19 40 0</inkml:trace>
  <inkml:trace contextRef="#ctx0" brushRef="#br0">15466 5001 58 0,'0'0'31'0,"0"0"-12"0,0 12-1 0,0 14-12 0,-7 11-5 0,7-6-9 0,0-12-47 0,0-6-12 0</inkml:trace>
  <inkml:trace contextRef="#ctx0" brushRef="#br0">15553 4851 39 0,'0'0'11'0,"19"0"23"0,18 25-23 0,1 37 1 0,-25 20-6 0,-13 5-2 0,-32-18-33 0,7-50-48 0</inkml:trace>
  <inkml:trace contextRef="#ctx0" brushRef="#br0">15228 5107 31 0,'-6'0'39'0,"-1"0"-15"0,1 19-9 0,0-6-3 0,0 5-4 0,6-5-5 0,0-7-2 0,0-6-3 0,0 6-21 0</inkml:trace>
  <inkml:trace contextRef="#ctx0" brushRef="#br0">14433 1546 29 0,'0'-6'27'0,"0"-1"5"0,0-5-11 0,0 6-9 0,-12-7-2 0,-1 0-4 0,-6 7-3 0,1 6-1 0,-14 19 0 0,1 12-2 0,6 7-3 0,13 6 4 0,-1-7-1 0,13-12 1 0,6-12-1 0,13-7 0 0,12-18 7 0,7-20-8 0,-7-12 1 0,7-6-1 0,-19-6-2 0,-13 0 2 0,-12 6 0 0,6 6 1 0,-7 12-1 0,7 20 0 0,0 12 1 0,0 44 1 0,0 31 1 0,0-6 0 0,7-13-1 0,5-18-1 0,-6-13-29 0,1-13-79 0</inkml:trace>
  <inkml:trace contextRef="#ctx0" brushRef="#br0">14602 1502 57 0,'0'-6'16'0,"-6"-1"16"0,12 7-23 0,19-12-5 0,13 6-4 0,6 6-3 0,-26 0-28 0,-5 0-51 0</inkml:trace>
  <inkml:trace contextRef="#ctx0" brushRef="#br0">14583 1571 31 0,'-6'0'24'0,"0"0"15"0,18-6-28 0,20-1-10 0,11-5-5 0,1-1-87 0</inkml:trace>
  <inkml:trace contextRef="#ctx0" brushRef="#br0">14959 1289 48 0,'-6'-6'14'0,"6"0"7"0,0 37 0 0,-7 25-10 0,7 26-7 0,0-20-2 0,0-18-25 0,-6-25-55 0,6-13 60 0</inkml:trace>
  <inkml:trace contextRef="#ctx0" brushRef="#br0">15040 1295 38 0,'0'-6'26'0,"0"6"5"0,-6 31-10 0,-13 20-12 0,13 17-7 0,6-11-3 0,0-13-41 0,0-32-28 0</inkml:trace>
  <inkml:trace contextRef="#ctx0" brushRef="#br0">14821 1477 54 0,'-31'-6'32'0,"43"-7"-10"0,13 1-13 0,32-7-9 0,30 0-3 0,-24 7-1 0,-19 5-2 0,-7 7-63 0,-31 0 36 0</inkml:trace>
  <inkml:trace contextRef="#ctx0" brushRef="#br0">14840 1527 41 0,'-6'0'19'0,"-7"0"16"0,26-12-25 0,30-1-8 0,26-6-5 0,6 0-33 0,-37 13-27 0</inkml:trace>
  <inkml:trace contextRef="#ctx0" brushRef="#br0">15334 1358 14 0,'0'0'16'0,"-6"0"5"0,6 13-10 0,0-1-7 0,0 7-2 0,6-13 1 0,7-6-2 0,-7-6 3 0,6-7-4 0,-5 1 0 0,-1-7 5 0,-12 7-1 0,-13 5 0 0,-6 1 1 0,-13 6-2 0,20 0-3 0,11 0 2 0,7 0-4 0,7 0 1 0,5 0-3 0,7-6-2 0,18-1 0 0,7-5 2 0,-6-7 0 0,-7 0 3 0,-12 7 2 0,-7-7-1 0,-12 7 1 0,0-1 3 0,0 1-2 0,-6 5-1 0,0 7 1 0,0 25-1 0,6 13 1 0,0 31-1 0,0 18 2 0,12 1-2 0,-12-19 3 0,0-25 1 0,-25-26 1 0,0-18-1 0,0-31-5 0,12-13-3 0,20 1-7 0,37-1-56 0,-38 37 45 0</inkml:trace>
  <inkml:trace contextRef="#ctx0" brushRef="#br0">15835 1183 24 0,'0'-6'4'0,"6"-7"11"0,13-12-1 0,-7 0-6 0,1 0-4 0,-20 12 1 0,-18-5-1 0,0 5 1 0,0 7-6 0,7 6 4 0,-14 19-2 0,1 12 0 0,12 13-1 0,13 12 1 0,25 7-2 0,12 12 3 0,-12-6 1 0,-13-13 7 0,-18-12 1 0,-13-19-3 0,0-6-4 0,0-7-49 0,6-12-29 0</inkml:trace>
  <inkml:trace contextRef="#ctx0" brushRef="#br0">15641 1346 47 0,'0'0'4'0,"12"-19"17"0,32 0-17 0,25 0-3 0,12 7-13 0,-25 12-45 0</inkml:trace>
  <inkml:trace contextRef="#ctx0" brushRef="#br0">14239 2247 32 0,'-6'-13'23'0,"6"-12"7"0,6 7-8 0,13 11-10 0,6 26-3 0,-6 19 1 0,0-1-3 0,-19 1-4 0,0-13-1 0,-7-13 1 0,1-12-1 0,6-6 1 0,0 0-2 0,6-1-30 0,1 7-43 0,-7 0 23 0</inkml:trace>
  <inkml:trace contextRef="#ctx0" brushRef="#br0">14327 2172 38 0,'0'-13'20'0,"-6"-18"34"0,6 25-34 0,0 43-7 0,0 45-2 0,6 5-5 0,0-30-1 0,-6-26-2 0,0-19 4 0,-6-30 1 0,0-32-6 0,-7-44-4 0,7 19 3 0,0 31-2 0,-1 6-2 0,7 7 6 0,7 18-1 0,-1 13-3 0,0 19 1 0,0 19 1 0,13 12 1 0,6 12-2 0,13-12 1 0,-13-12 1 0,6-19-3 0,-6-13 4 0,0-12-2 0,-6-13 0 0,0-6 1 0,-13-19 1 0,-6-25-1 0,-13-25-3 0,7 32 4 0,6 37-3 0,13 37-64 0,5 7-42 0</inkml:trace>
  <inkml:trace contextRef="#ctx0" brushRef="#br0">14709 2165 75 0,'-13'-6'19'0,"1"0"17"0,12 0-22 0,25-7-11 0,25 7-5 0,-13 0-43 0,-12 6-41 0</inkml:trace>
  <inkml:trace contextRef="#ctx0" brushRef="#br0">14709 2209 52 0,'-13'0'30'0,"-18"7"12"0,37-14-24 0,44-18-20 0,19 0-39 0,-38 19-41 0</inkml:trace>
  <inkml:trace contextRef="#ctx0" brushRef="#br0">14978 1965 67 0,'0'0'0'0,"-7"0"33"0,7 25-6 0,0 38-15 0,-6 6-11 0,12-19-35 0,-6-13-63 0</inkml:trace>
  <inkml:trace contextRef="#ctx0" brushRef="#br0">15034 2003 81 0,'0'-7'23'0,"0"7"-4"0,6 32-9 0,7 24-10 0,-1-6-47 0,-12-25-33 0</inkml:trace>
  <inkml:trace contextRef="#ctx0" brushRef="#br0">14877 2140 85 0,'0'0'4'0,"-12"-12"16"0,24-7-8 0,45-6-10 0,18 6-6 0,-19 7-37 0,-25 12-35 0</inkml:trace>
  <inkml:trace contextRef="#ctx0" brushRef="#br0">14921 2172 67 0,'-6'0'21'0,"0"-7"9"0,37-18-26 0,32 0-32 0,5 0-55 0</inkml:trace>
  <inkml:trace contextRef="#ctx0" brushRef="#br0">15365 1990 36 0,'0'0'14'0,"-6"0"10"0,6 6-9 0,0 13-10 0,0-6 3 0,13-7 0 0,-1-12 0 0,-6-7-2 0,-6-12-2 0,-18 13 2 0,-1-7-5 0,13 6-4 0,24-12-9 0,14 19 0 0,-1 25 9 0,-6 25 2 0,-12 18 1 0,-7-12 12 0,-25-25 9 0,0-18-6 0,13-26-13 0,19-31-32 0,30 6-82 0</inkml:trace>
  <inkml:trace contextRef="#ctx0" brushRef="#br0">15747 1890 10 0,'0'0'21'0,"-12"-6"15"0,-13 6-19 0,0 6-10 0,-7 13-3 0,20 6-3 0,12-6-3 0,12-13-2 0,7-12 0 0,6-13-2 0,0-12 2 0,-6-19 1 0,-13-1 2 0,-6 1 6 0,-6 25-4 0,6 19 2 0,-6 50 2 0,-1 12-2 0,7 7-2 0,0-19-13 0,0-26-60 0</inkml:trace>
  <inkml:trace contextRef="#ctx0" brushRef="#br0">15878 1846 1 0,'0'0'2'0,"0"0"4"0,-6-12 5 0,0 12 0 0,-7-7-1 0,7 1-2 0,-6 6-2 0,-1 0-1 0,1 6-3 0,-1 1-1 0,1 5 1 0,5 7-1 0,1-6 0 0,0 5 0 0,6-11 1 0,6-7-3 0,13-13 0 0,6 1 0 0,-6 5 1 0,-1 14 0 0,1-1-7 0,0 0-2 0,19-6 4 0,-1-19 4 0,-12-6 1 0,-19-19-1 0,1-12-1 0,-1 6 1 0,-6 31 4 0</inkml:trace>
  <inkml:trace contextRef="#ctx0" brushRef="#br0">16004 1684 63 0,'0'0'0'0,"-7"18"4"0,-5 26-2 0,6 6 0 0,18-19-2 0,7-12 3 0</inkml:trace>
  <inkml:trace contextRef="#ctx0" brushRef="#br0">938 4018 4 0,'0'0'0'0,"7"0"36"0,-7-6-7 0,0 0-18 0,-7 12-2 0,1-6-5 0,6 6-1 0,-6 7 0 0,6 12-1 0,-6 0-1 0,-7 37-1 0,7 101 4 0,18-63-3 0,1 32-1 0,-1 43 1 0,-12 44-2 0,0 38 1 0,13-1 10 0,6-24-2 0,-1-7-2 0,-11-18-4 0,-1-26 0 0,7-37-3 0,-7-69 0 0,-6-49-34 0,-6-39-49 0</inkml:trace>
  <inkml:trace contextRef="#ctx0" brushRef="#br0">1383 3993 30 0,'-7'-12'11'0,"1"5"4"0,6 7-12 0,-6 13 6 0,0 25 4 0,-1 49 3 0,1 76-9 0,-6 100-8 0,-7 62 2 0,25 57-4 0,32-13 2 0,-1-49-5 0,1-64 2 0,-20-49 5 0,1-38 3 0,-6-69-7 0,-7-50-24 0,0-44-33 0</inkml:trace>
  <inkml:trace contextRef="#ctx0" brushRef="#br0">1802 4081 49 0,'-13'12'2'0,"7"20"-2"0,6 18 7 0,0-38-5 0,-6 113 13 0,0 88-2 0,6 94-10 0,-7 43-1 0,7-11-7 0,13-27 11 0,-7-42-4 0,0-64-1 0,7-81-2 0,-7-50-1 0,7-37-17 0,-1-38-46 0</inkml:trace>
  <inkml:trace contextRef="#ctx0" brushRef="#br0">2334 4062 8 0,'0'0'0'0,"-7"13"3"0,1 12 1 0,0 31 7 0,0 50 0 0,-7 82-1 0,7 119-5 0,-7 87-4 0,7 13 0 0,19-69-1 0,-1-81 0 0,-6-101 3 0,1-68 2 0,-14-63-14 0,7-31-37 0</inkml:trace>
  <inkml:trace contextRef="#ctx0" brushRef="#br0">44 4444 33 0,'-13'-6'6'0,"-5"-19"8"0,11 25-12 0</inkml:trace>
  <inkml:trace contextRef="#ctx0" brushRef="#br0">6 4388 63 0,'7'0'0'0,"68"12"5"0,37 1 8 0,82-1-6 0,213-6-7 0,18-12 5 0,-6-13-5 0,-37-6-2 0,0 0 3 0,-26 13 4 0,-55 5 1 0,-70 7-2 0,-68 0 3 0,-76-6-4 0,-55 0-88 0</inkml:trace>
  <inkml:trace contextRef="#ctx0" brushRef="#br0">325 4181 18 0,'0'-6'24'0,"0"-7"-1"0,13 1-3 0,6-1-7 0,6 13-2 0,6 19-8 0,6 6-1 0,-24 6 3 0,-19-6 2 0,-26 0-8 0,7-12 0 0,7-7 4 0,11-12-1 0,14-19 2 0,24 0-5 0,25-6 1 0,1-1 3 0,-20 7-2 0,-18 0 2 0,-19 6 1 0,-19 19-3 0,0 19-1 0,1 12-1 0,11 7 3 0,14-7-10 0,24 1-31 0,-6-14-40 0</inkml:trace>
  <inkml:trace contextRef="#ctx0" brushRef="#br0">719 4237 73 0,'0'0'0'0,"0"0"29"0,-6 13-15 0,0 18-8 0,0 13-9 0,12-6-43 0,-6-26-10 0</inkml:trace>
  <inkml:trace contextRef="#ctx0" brushRef="#br0">932 4181 30 0,'-6'0'12'0,"6"-13"24"0,0-12-14 0,12 7-13 0,13 5-3 0,0 13 0 0,1 19-1 0,-14 6-3 0,-6 0 1 0,-18 0-1 0,-7-12 0 0,0-7-1 0,19-12-2 0,13-19-2 0,18-7 3 0,0 7 0 0,-18 13 3 0,-13 12 0 0,-6 25-1 0,-7 0-1 0,7 0-2 0,6 6-22 0,12 7-85 0</inkml:trace>
  <inkml:trace contextRef="#ctx0" brushRef="#br0">1126 4262 54 0,'0'0'7'0,"13"-6"17"0,12 12 1 0,-7 19-7 0,-18-12-8 0,-6-1-3 0,-6-12-4 0,12 0-6 0,37-12-43 0,1 6-38 0</inkml:trace>
  <inkml:trace contextRef="#ctx0" brushRef="#br0">1414 4181 66 0,'-6'-6'4'0,"-1"-1"2"0,20-5 5 0,6-1 1 0,6 13-4 0,0 0-5 0,-19 19 2 0,-12 6-1 0,-7 0 0 0,1-12 0 0,-1-1-2 0,7-5-1 0,6-7 2 0,0-13-3 0,0-6 0 0,19 1-3 0,-1-1 1 0,1 6 2 0,-12 13 0 0,-14 6 5 0,-5 13-2 0,-7 0-1 0,19 0-5 0,31-7-55 0,-18-5-1 0</inkml:trace>
  <inkml:trace contextRef="#ctx0" brushRef="#br0">1839 4131 33 0,'0'-19'27'0,"7"0"-5"0,11 7-4 0,7 6-8 0,7 24-4 0,-7 20-4 0,-13-7 2 0,-12-6-1 0,-12 0 1 0,-7-12-2 0,6-13-1 0,20-19-11 0,24-6-4 0,7-6-6 0,-13 12 14 0,-19 6 12 0,-12 7 14 0,-13 12-8 0,-6 19-8 0,12 0-3 0,19 7-3 0,13 5-30 0,-6-12-47 0</inkml:trace>
  <inkml:trace contextRef="#ctx0" brushRef="#br0">2177 4250 32 0,'0'-6'3'0,"-6"-13"13"0,-7 6 10 0,-5 13 3 0,-20 19-18 0,13 12-8 0,6 1-1 0,19-7 0 0,13-13-1 0,12-12 0 0,6-12-4 0,0-20 0 0,-18 1 3 0,-1-6 0 0,-12-7 0 0,7 0 1 0,-1 13 1 0,0 24 0 0,-6 7 0 0,-6 32 3 0,-7 24-3 0,1 7 1 0,12-13-1 0,6-19-2 0,0-12-1 0,-6-13-123 0</inkml:trace>
  <inkml:trace contextRef="#ctx0" brushRef="#br0">2521 4231 28 0,'0'0'3'0,"0"6"0"0,7 1 21 0,-1-7-5 0,0 0-8 0,7-13-4 0,-1-6-3 0,7-6-1 0,-13 6 3 0,0-6-2 0,7 7-1 0,-13-1 0 0,6 0 1 0,-6 13 0 0,0 0-3 0,0 18-1 0,-6 7 0 0,6 6 1 0,0 0-1 0,12-6 0 0,7 0 1 0,12-13 0 0,1-12 0 0,-7-7 1 0,6-6-2 0,-6 0 2 0,-6 1-1 0,-19-1 0 0,0 6 0 0,0 1-1 0,0 6 0 0,0 12 0 0,-6-6 1 0,-1 19-3 0,1 6 2 0,6 12 0 0,0 7-1 0,0 12 1 0,0 1 2 0,-6 5 0 0,0-18 0 0,6-13-2 0,-7-6 1 0,-5-6 2 0,-7-13-2 0,-6-12 1 0,6-19-1 0,13-6 0 0,6-13 1 0,6-12-3 0,19 18 2 0,13 7-1 0,18 6 0 0,-6 12 1 0,-19 1 0 0,-18 6 2 0,-13-1 1 0,0 7-5 0,0 7-21 0,0 5-100 0</inkml:trace>
  <inkml:trace contextRef="#ctx0" brushRef="#br0">2721 4607 63 0,'-18'0'17'0,"-1"0"-6"0,19 0 10 0,12-7-13 0,20 1-2 0,18 0-5 0,-19 6 1 0,-37 6 1 0,-44 7-1 0,-7-7 0 0,7 0 3 0,38-6 0 0,31-6-4 0,31 6 0 0,12-6 1 0,-24-1 0 0,-38 7 0 0,-38-6-2 0,1 6 0 0,24-6-47 0</inkml:trace>
  <inkml:trace contextRef="#ctx0" brushRef="#br0">231 4882 73 0,'0'-12'5'0,"-6"-1"-6"0,12 0 5 0,45 13 3 0,74 0-3 0,187-6-4 0,76-13 7 0,125-12-3 0,-106 12 3 0,-25 19-1 0,-70 19-6 0,-105 6-7 0,-119-12-60 0,-88-13 37 0</inkml:trace>
  <inkml:trace contextRef="#ctx0" brushRef="#br0">188 5120 64 0,'0'0'10'0,"-7"0"-8"0,39 6 9 0,93 0 0 0,294-18-7 0,188-26 7 0,-88 7-2 0,-62 12-3 0,-94 19-6 0,-113 19 0 0,-119 0-44 0,-112-13-17 0</inkml:trace>
  <inkml:trace contextRef="#ctx0" brushRef="#br0">745 5571 47 0,'-13'0'25'0,"0"-7"-16"0,7 7-6 0,94 7-4 0,137-1 9 0,144-44 12 0,-44 20-13 0,1 11-6 0,-45 7 1 0,-55 7-8 0,-70 5-41 0,-125-6-4 0</inkml:trace>
  <inkml:trace contextRef="#ctx0" brushRef="#br0">394 5965 89 0,'0'-6'6'0,"38"6"-4"0,81-13 4 0,250 7-3 0,137-13 3 0,-111 13-6 0,-1-7 0 0,-63 1 8 0,-99 6 0 0,-107 6-9 0,-94 6-80 0,-31-6 47 0</inkml:trace>
  <inkml:trace contextRef="#ctx0" brushRef="#br0">269 6278 45 0,'0'0'16'0,"0"-13"9"0,0-5-4 0,-6 11-9 0,6 32 2 0,-13 25-5 0,7 19-2 0,0-6-3 0,6-13-4 0,0-25-18 0,0-12-44 0,6-20-2 0</inkml:trace>
  <inkml:trace contextRef="#ctx0" brushRef="#br0">263 6322 47 0,'0'-13'21'0,"0"-6"2"0,-6 1-2 0,6 11-11 0,0 14 4 0,12 18-5 0,19 18 0 0,1-11-3 0,18 12 1 0,-25-13-2 0,6-6-15 0,-6-13-9 0,6-12-35 0,-12-18-26 0</inkml:trace>
  <inkml:trace contextRef="#ctx0" brushRef="#br0">532 6272 53 0,'0'-13'35'0,"0"-12"-16"0,0 6-4 0,-6 26 0 0,-7 30-4 0,-6 32-4 0,13 6 2 0,6-19-2 0,0-24-3 0,6-26-4 0,1-25-153 0</inkml:trace>
  <inkml:trace contextRef="#ctx0" brushRef="#br0">325 4557 47 0,'0'0'5'0,"-6"-7"22"0,0 1 0 0,-7 0-19 0,7 18 0 0,6 26-3 0,0 6 2 0,0 6-1 0,0-19 1 0,0-18 3 0,0-13-5 0,-6-25-4 0,0-7 2 0,-1-5-4 0,1-1 1 0,6 7 1 0,-6 6 0 0,6 19-1 0,0 18-1 0,0 26 2 0,6 12-2 0,0-13 2 0,-6-12 0 0,0-18 5 0,0-14-3 0,0-18-2 0,0-12-2 0,0 12-2 0,7 18-141 0</inkml:trace>
  <inkml:trace contextRef="#ctx0" brushRef="#br0">3166 4488 49 0,'0'-19'17'0,"0"0"6"0,-7 13 10 0,1 6-21 0,6 37-3 0,0 20-1 0,0-1-4 0,0-18 0 0,0-20 0 0,0-11 1 0,-6-20 0 0,6-24-3 0,6-1 0 0,-6 7-1 0,0-1 0 0,0 20 0 0,0 12-1 0,0 31-1 0,6 7 2 0,-6-7-2 0,-12-12 2 0,-1-7-15 0,13 1-123 0</inkml:trace>
  <inkml:trace contextRef="#ctx0" brushRef="#br0">3047 6297 58 0,'-6'-13'20'0,"-1"13"-12"0,7 31 6 0,-12 20-4 0,6 5-1 0,-1-6-4 0,1-25 0 0,0 0-1 0,6-19-1 0,0-6 2 0,-6-12 0 0,-7-20-3 0,7-5 0 0,-1-7 1 0,7 7-2 0,0 11 0 0,0 1-1 0,7 19 0 0,5 0 1 0,7 18-4 0,12 20 4 0,-6 12-2 0,13-1 2 0,-7-11-3 0,0-14 2 0,-6-24 1 0,-6-25 4 0,-13-19-4 0,-6 0 1 0,-12 12 1 0,6 1 5 0,-1 12-6 0,7 18-1 0,-6 7-2 0,6 0 2 0,-6 7-3 0,0-7 1 0,6-7-58 0,0 7-31 0</inkml:trace>
  <inkml:trace contextRef="#ctx0" brushRef="#br0">12957 6447 29 0,'-6'-13'13'0,"6"7"16"0,0 0-1 0,0 18-16 0,-7 32-2 0,-5 19-3 0,-1 6 0 0,-6-19-4 0,13-19-1 0,-6-18-3 0,12-7-20 0,-7-31-51 0,7 18 45 0</inkml:trace>
  <inkml:trace contextRef="#ctx0" brushRef="#br0">12919 6416 48 0,'0'0'15'0,"0"-13"8"0,25 13-4 0,-6 25-3 0,6 13-8 0,-6 5-3 0,0-5-1 0,6-19-2 0,6-7-1 0,-6-12-4 0,-6 0-20 0,-7-6-26 0,-6 0-10 0</inkml:trace>
  <inkml:trace contextRef="#ctx0" brushRef="#br0">13201 6347 1 0,'0'-13'6'0,"6"7"35"0,-18 25-10 0,-14 43-7 0,14 13-13 0,-1-18-5 0,13-26-3 0,0-25-13 0,7-18-92 0</inkml:trace>
  <inkml:trace contextRef="#ctx0" brushRef="#br0">13601 6441 60 0,'0'-7'8'0,"-6"-5"10"0,6 12-3 0,6 6-3 0,19 19-4 0,13 13-6 0,-1 6-1 0,-12-13-1 0,-6-6 0 0,-13-13-15 0,-6-12-10 0,0-18-45 0,0 11 56 0</inkml:trace>
  <inkml:trace contextRef="#ctx0" brushRef="#br0">13726 6428 18 0,'0'0'4'0,"7"-25"4"0,-1 19 7 0,-19 31 18 0,-24 19-11 0,-13-1-8 0,12-5-7 0,19-19-6 0,7-7-1 0,6 1-16 0,6-7-22 0,0 0-27 0</inkml:trace>
  <inkml:trace contextRef="#ctx0" brushRef="#br0">14258 6284 86 0,'0'-19'22'0,"6"7"-7"0,1 12-3 0,-7 19 3 0,-13 24-7 0,7 20-5 0,12-7-2 0,-6-6 5 0,0-25 0 0,-6-12 1 0,6-13-3 0,0-31-2 0,6-19-3 0,0 0 3 0,1 6 0 0,-1-19 1 0,0 57-3 0,-12 12-11 0,0 13-139 0</inkml:trace>
  <inkml:trace contextRef="#ctx0" brushRef="#br0">12087 6484 18 0,'0'0'5'0,"0"-6"-2"0,-6 6 23 0,-13 0 3 0,7 6-8 0,-1-6-4 0,7 0-5 0,6 0-7 0,31-6-2 0,19 0-2 0,0 0 2 0,-6 6 0 0,-13 0 4 0,-12 0-1 0,0 0-4 0,-13-7-1 0,0 7-6 0,-6 0-24 0,-18 7-57 0,11-1 56 0</inkml:trace>
  <inkml:trace contextRef="#ctx0" brushRef="#br0">12143 6503 13 0,'0'0'9'0,"-6"-12"11"0,12 12-6 0,13 0 1 0,-6 31-5 0,-13 13-3 0,-13 6-1 0,7-19-2 0,0-12-1 0,6-7-1 0,0-24 4 0,0-13-5 0,0-6-1 0,6-1 1 0,-6-5 0 0,6 5-1 0,-6 14 0 0,0 11 0 0,0 7 0 0,-6 7 0 0,0 11 0 0,-1 26 0 0,1 0 0 0,6-6 0 0,0-13 0 0,0-13 1 0,0-12 1 0,0-6 0 0,0-13-19 0,0 0-74 0</inkml:trace>
  <inkml:trace contextRef="#ctx0" brushRef="#br0">2847 4519 25 0,'12'-6'11'0,"7"-26"21"0,-13 7-2 0,-6 0-17 0,-19-6-1 0,-24 0 7 0,-20 12-9 0,-6 19-7 0,7 19 0 0,5 6-2 0,7 6 1 0,6 25-2 0,7 7 3 0,18 12 0 0,13-6 0 0,37-19-2 0,19-12 1 0,19-7-2 0,6-19 5 0,6-12 0 0,13-25 0 0,-6-18-3 0,-26-1 0 0,-30 0 1 0,-26-6 0 0,-12-6 2 0,-13 5-4 0,-12 1 2 0,-26 7 0 0,-5 11 0 0,-19 14-2 0,-13 11-2 0,6 20 2 0,13 18 2 0,19 0-2 0,18 26-1 0,26-1-2 0,12 7 2 0,18-7-1 0,7 0 3 0,7-12-6 0,5-13 4 0,13-12-2 0,13-13 3 0,12-18-2 0,6-7 4 0,-12-12-3 0,-19-7 2 0,-19-18-1 0,-12-25 1 0,-6 12-2 0,-26 19 4 0,-31 6-1 0,1 25-2 0,5 19-15 0,26 25-128 0</inkml:trace>
  <inkml:trace contextRef="#ctx0" brushRef="#br0">432 4625 121 0,'0'0'2'0,"-7"0"-3"0,1 0 2 0,6 7-84 0</inkml:trace>
  <inkml:trace contextRef="#ctx0" brushRef="#br0">751 4632 128 0,'-6'0'5'0</inkml:trace>
  <inkml:trace contextRef="#ctx0" brushRef="#br0">970 4607 89 0,'0'0'0'0,"6"-7"-1"0,6 14-69 0</inkml:trace>
  <inkml:trace contextRef="#ctx0" brushRef="#br0">1157 4600 36 0,'0'0'6'0,"19"-6"-2"0,-13 6-31 0</inkml:trace>
  <inkml:trace contextRef="#ctx0" brushRef="#br0">1376 4607 93 0,'0'0'37'0,"13"0"-40"0,-1 6-82 0</inkml:trace>
  <inkml:trace contextRef="#ctx0" brushRef="#br0">1652 4582 62 0,'0'0'2'0,"12"0"-39"0</inkml:trace>
  <inkml:trace contextRef="#ctx0" brushRef="#br0">1889 4569 82 0,'19'-6'-29'0,"-19"6"-7"0</inkml:trace>
  <inkml:trace contextRef="#ctx0" brushRef="#br0">2090 4563 85 0,'0'0'0'0,"6"-6"7"0,0 12-4 0,7 6-57 0,12-12 39 0,6 0 14 0,-25 0-13 0</inkml:trace>
  <inkml:trace contextRef="#ctx0" brushRef="#br0">8934 7016 114 0,'0'0'4'0,"-25"-18"11"0,12 11 13 0,20-5-22 0,37 6-3 0,31 6-20 0,0 6-108 0</inkml:trace>
  <inkml:trace contextRef="#ctx0" brushRef="#br0">9904 7010 115 0,'0'0'0'0,"-7"-19"23"0,32 7-21 0,44 12-2 0,25 0-103 0</inkml:trace>
  <inkml:trace contextRef="#ctx0" brushRef="#br0">11518 7054 143 0,'-31'-25'12'0,"31"19"-8"0,93-1-8 0,1 7-102 0</inkml:trace>
  <inkml:trace contextRef="#ctx0" brushRef="#br0">3554 7843 87 0,'-7'-7'12'0,"26"-5"-5"0,6-1 2 0,-6 13-3 0,12 0 2 0,25 7-1 0,38-7-4 0,56-7-4 0,44-5 2 0,13-1 0 0,-19 20 0 0,-20 5-1 0,-11 7-3 0,-13 6 3 0,-19-12 0 0,-31-7 0 0,-44-6 4 0,-31 0 13 0,-19 0-2 0,0-6-9 0,0 6-6 0,0 0-138 0</inkml:trace>
  <inkml:trace contextRef="#ctx0" brushRef="#br0">12982 7336 62 0,'12'-19'15'0,"-5"0"31"0,-14 13-25 0,-24 43-11 0,-25 45 0 0,18 12-6 0,26-13-3 0,18-18 0 0,19-32-1 0,19-12-23 0,0-26-103 0</inkml:trace>
  <inkml:trace contextRef="#ctx0" brushRef="#br0">13313 7549 74 0,'0'-19'12'0,"-12"0"29"0,-13 6-24 0,-19 13-6 0,0 25-3 0,-18 13-3 0,37-7-3 0,18 1-1 0,26-20-1 0,25-12-1 0,0-25-3 0,12-19 2 0,-18-12 2 0,-20-13 1 0,-5 0 1 0,-7 25 3 0,-6 32 0 0,-6 49-1 0,-13 32-3 0,7 6 3 0,5-6-5 0,14-25-36 0,-1-13-78 0</inkml:trace>
  <inkml:trace contextRef="#ctx0" brushRef="#br0">13482 7523 94 0,'-12'-6'29'0,"6"0"2"0,12 6-24 0,31 0 0 0,7 0-6 0,0 0-1 0,-13 0 0 0,-6 6-14 0,0-6-33 0,-12 0-36 0</inkml:trace>
  <inkml:trace contextRef="#ctx0" brushRef="#br0">13632 7405 56 0,'0'-7'28'0,"0"20"11"0,-6 37-20 0,6 6-9 0,-6-6-6 0,6-18-3 0,6-7-28 0,13-13-87 0</inkml:trace>
  <inkml:trace contextRef="#ctx0" brushRef="#br0">13858 7430 91 0,'0'0'5'0,"6"0"35"0,0 37-21 0,-6 13-12 0,-6 0-5 0,-7-12-16 0,1-19-78 0,12-19 51 0</inkml:trace>
  <inkml:trace contextRef="#ctx0" brushRef="#br0">13977 7286 89 0,'0'0'0'0,"43"12"20"0,20 63-3 0,-26 38-11 0,-49-25 0 0,-51-26-2 0,-18-18-3 0,31-25-125 0</inkml:trace>
  <inkml:trace contextRef="#ctx0" brushRef="#br0">14677 7354 71 0,'0'-6'5'0,"25"-25"36"0,-6 18-12 0,6 32-20 0,-6 19-2 0,18 12-7 0,-5 6-2 0,-7-12-13 0,-19-25-57 0,-6-13 14 0</inkml:trace>
  <inkml:trace contextRef="#ctx0" brushRef="#br0">14884 7317 67 0,'0'0'0'0,"-13"6"55"0,-24 38-24 0,-32 31-23 0,19-6-8 0,12-6-24 0,19-26-78 0</inkml:trace>
  <inkml:trace contextRef="#ctx0" brushRef="#br0">15153 7267 86 0,'0'-6'6'0,"6"-7"31"0,0 26-14 0,-18 49-11 0,-1 32-10 0,7 0-34 0,0-44-84 0</inkml:trace>
  <inkml:trace contextRef="#ctx0" brushRef="#br0">12181 7142 29 0,'0'0'21'0,"-13"-13"33"0,13 7-26 0,19 0-15 0,0-1-4 0,25 7-3 0,0 0 0 0,6 0-4 0,-7 0 1 0,-5 0-1 0,-19 0 0 0,-13 0-1 0,7 0 0 0,-7 7-13 0,-6-1-43 0,0 0-31 0</inkml:trace>
  <inkml:trace contextRef="#ctx0" brushRef="#br0">12381 7092 46 0,'0'-7'28'0,"6"1"8"0,-6 12-21 0,0 19 1 0,-12 19-5 0,6 19-6 0,-1-13-1 0,7-19 1 0,0-12 0 0,0-13 0 0,7-6-2 0,-7 0-3 0,0-6-92 0,0 6 37 0</inkml:trace>
  <inkml:trace contextRef="#ctx0" brushRef="#br0">2402 4438 12 0,'-6'-19'3'0,"6"13"-1"0,-6-7 13 0,6-6 3 0,0 1-4 0,6 18-8 0,-6 12-2 0,-12 26 2 0,-13 37-2 0,0 25 2 0,12 38 0 0,1 24 0 0,12 7 2 0,0 19-1 0,12 19-1 0,-6 12-6 0,1-25 3 0,-14-13 6 0,-18-5-5 0,7-20 4 0,5-6-7 0,19-31 2 0,13-25 0 0,-13-50-1 0,-6-32-2 0,0-62-29 0,0-94-54 0,13 69 40 0</inkml:trace>
  <inkml:trace contextRef="#ctx0" brushRef="#br0">2427 4363 35 0,'-12'-7'4'0,"-26"-5"3"0,20 5 8 0,11 14-8 0,14-1 3 0,18 13-1 0,43-13-3 0,51-6-1 0,38-6-2 0,5 0 0 0,-30 6-3 0,-32 0 4 0,-25-7-2 0,0-12 0 0,-19 1-2 0,-24 5 2 0,-20 1 2 0,-12 5 5 0,0 1-5 0,0 6-5 0,0 25 1 0,0 6 1 0,0 13-2 0,0 13 1 0,0 30 0 0,-12 32 1 0,-7 25-1 0,13 19 0 0,-1 6 1 0,-5 12 2 0,-1 1-2 0,7 25-3 0,0-1 1 0,6 7-1 0,0 0 2 0,6-19 1 0,-6-32 6 0,0-11-2 0,0-32-1 0,-6-13-1 0,-7-31-1 0,1-56 0 0,-7-32-23 0,0-37-53 0,7 13 15 0</inkml:trace>
  <inkml:trace contextRef="#ctx0" brushRef="#br0">2271 6866 33 0,'-19'-19'19'0,"13"7"-11"0,6 12-1 0,0 0 15 0,13 6-9 0,-1 32-6 0,7 18 0 0,-7-6-3 0,7-12 0 0,0-7-1 0,6 7-2 0,0-13 0 0,12-7-1 0,7-24 2 0,44-31-1 0,24-7-1 0,26 19 2 0,-19 18 0 0,-13 1-1 0,-24 6 4 0,-14-6 1 0,-17 0 1 0,-33 6 2 0,-11 0-1 0,-20-13-7 0,-12 1-68 0,12 5-23 0</inkml:trace>
  <inkml:trace contextRef="#ctx0" brushRef="#br0">13138 2929 0 0,'0'0'0'0,"6"-19"10"0,1 13 9 0,-1 0-4 0,-12 31 2 0,-19 12-9 0,-7 7-4 0,20-12-2 0,6-20 2 0,-1-6 0 0,14-31-3 0,18-12 1 0,6-13-3 0,0-13 2 0,7 13-1 0,-13 25 0 0,0 12-1 0,-13 13 2 0,-5 38-2 0,-7 6 2 0,0 6-2 0,0-6 1 0,0-7-7 0,0-5-23 0,0-26-13 0</inkml:trace>
  <inkml:trace contextRef="#ctx0" brushRef="#br0">13063 2973 23 0,'0'-6'9'0,"13"-7"10"0,43 13-12 0,25 13-6 0,-18-1-17 0,-38-6-27 0</inkml:trace>
  <inkml:trace contextRef="#ctx0" brushRef="#br0">13482 3004 2 0,'7'-12'6'0,"5"5"2"0,7-11-5 0,-13 5 8 0,0 1 2 0,-6-1-7 0,-6 7-4 0,-6 0 2 0,-13-1 0 0,0 14 0 0,-7 11-2 0,7 1-1 0,13 6-1 0,12-6 1 0,25-13 0 0,0 0-1 0,6-6 0 0,-12-18 0 0,0-1 0 0,-13 0 0 0,0 7 1 0,-6 12-1 0,0 6-1 0,0 25 2 0,-12 13 1 0,-7 6 0 0,0 0-2 0,0-19 2 0,1-12 3 0,-8-19 0 0,1-6-3 0,19-25-5 0,6-7-29 0,6 26-15 0</inkml:trace>
  <inkml:trace contextRef="#ctx0" brushRef="#br0">13589 3004 2 0,'0'-6'7'0,"25"0"-3"0,0-7 4 0,6-6 7 0,-6 1-11 0,-12 11-3 0,-1-5 0 0,-12-1 4 0,0 7 1 0,-6 6-2 0,-7 0-3 0,-12 6 1 0,0 7 1 0,0 6 0 0,13 12-1 0,12-6-1 0,25 0 2 0,12-6-4 0,-5-19 1 0,18 0 2 0,-38-6 1 0,-6-1-7 0,-6 1-54 0</inkml:trace>
  <inkml:trace contextRef="#ctx0" brushRef="#br0">14302 2672 0 0,'6'-6'21'0,"0"6"-14"0,1 6 1 0,-1 7 0 0,-6 6-1 0,6 6-5 0,-6 0 0 0,0 12 0 0,0 1 0 0,-6 18-2 0,-7 1-1 0,7 5-1 0,6 1 0 0,-6 6 0 0,0 6 1 0,6 6 1 0,-7 7 0 0,-5-1 0 0,-1-5 1 0,1 5-1 0,12 1 0 0,0 6 0 0,-13 0 1 0,1 6-1 0,-1-6 0 0,7-6 0 0,0-13 3 0,0 0 1 0,-7-19 0 0,7-6-2 0,6-19-1 0,-6-18-4 0,6-19-55 0</inkml:trace>
  <inkml:trace contextRef="#ctx0" brushRef="#br0">14577 2779 6 0,'6'0'6'0,"19"-6"-5"0,-6-1 11 0,0 7-2 0,-7 0 0 0,7 13-2 0,-12-7-4 0,-7 7-2 0,0 5 3 0,-7 14-5 0,-5-13 2 0,-7-1 3 0,-6-5-3 0,0 6-2 0,6-7 2 0,13-6-2 0,0 1 2 0,6-7 2 0,0-7-2 0,6-5 0 0,0-7-2 0,7 7 1 0,5-7-1 0,1 0 2 0,-6 0-1 0,-1 0-1 0,-6 1 0 0,-6 11 0 0,0-5 0 0,-6 12 1 0,-13 0-3 0,-6 12 2 0,0 1-1 0,13 12 0 0,-1-6 1 0,20 6-1 0,-1 0 2 0,19 6-2 0,-6 7 2 0,6-1-2 0,-19-5 0 0,-12-20 1 0,-19-6 1 0,-7-24 4 0,1-1-2 0,12 12-1 0,13 1-3 0,12 6-14 0,7-6-21 0,-1 6-6 0</inkml:trace>
  <inkml:trace contextRef="#ctx0" brushRef="#br0">14840 2848 16 0,'0'0'16'0,"12"-7"5"0,-5 20-6 0,-7 25-9 0,0 5-3 0,0-11-1 0,-7-14-5 0,7-5-24 0,-6-13-19 0</inkml:trace>
  <inkml:trace contextRef="#ctx0" brushRef="#br0">14865 2773 33 0,'0'-13'6'0,"6"7"-39"0</inkml:trace>
  <inkml:trace contextRef="#ctx0" brushRef="#br0">14959 2829 2 0,'0'0'4'0,"12"-13"9"0,7 13 0 0,0-6-1 0,0 12 1 0,-7 7-9 0,13 12-4 0,0 0 1 0,-12 6-2 0,-20-6 2 0,-18-12 2 0,-12 6-2 0,24-13-1 0,7 0 2 0,19-6-4 0,5 13 0 0,-5 5 1 0,-1 14 1 0,-12-7-2 0,-6 0 3 0,-6-6-2 0,-7-7 1 0,-12-12 1 0,-19-25 0 0,18-6-1 0,26 0-4 0,25 5-10 0,12 14 4 0,13 6 7 0,6-1 3 0,12 1-11 0,-24 6-5 0,6-12 11 0,-7-7 8 0,-24 6 7 0,-7 1 0 0,-18 6-4 0,-13 6 0 0,12 6 0 0,13 0-2 0,25 7-4 0,13-7-21 0,-26 0 2 0</inkml:trace>
  <inkml:trace contextRef="#ctx0" brushRef="#br0">13051 3298 10 0,'-13'-6'14'0,"-6"-6"0"0,26 12-9 0,24 0-1 0,6-7 2 0,20 1 1 0,43 0-3 0,37 0-3 0,7 6-1 0,0 0 0 0,13-7-1 0,12 7 2 0,6 0-2 0,0 0 4 0,-25-6 2 0,-25 6-2 0,-37-6 1 0,37 12-2 0,6 0-1 0,-31 7-1 0,-18-1 4 0,-20-5-6 0,1-1-1 0,-1-6 5 0,-24-13 4 0,-19 7-3 0,-13-6-3 0,-12-1-52 0,-1 13 21 0</inkml:trace>
  <inkml:trace contextRef="#ctx0" brushRef="#br0">13708 2635 2 0,'0'-13'10'0,"12"7"-3"0,-6 0-2 0,1 0 5 0,-7-1 5 0,12 1-9 0,1 6-5 0,18 0 0 0,-12 0 1 0,-1 6 0 0,-5 1-1 0,-7 5-1 0,-6 1 1 0,-6-1 1 0,-13 1 0 0,0-1-2 0,7-12 2 0,-1 0-1 0,13-6 0 0,19 0 0 0,0-7-1 0,0 7 0 0,-1 6 0 0,1-6 0 0,0-1 0 0,-7 1 1 0,-12-6-1 0,0 5 0 0,0 1-1 0,-12 6 2 0,-1 6-2 0,-12 19 3 0,0 7-2 0,13-7 1 0,12-13 0 0,19-5 2 0,-7-7-2 0,7-13 0 0,-13 13-9 0,-6 0-20 0,0 0-11 0</inkml:trace>
  <inkml:trace contextRef="#ctx0" brushRef="#br0">13977 2685 18 0,'6'-6'14'0,"-6"-1"-3"0,19 7-9 0,-19 0 9 0,0 7 3 0,-13 5-9 0,7 20-4 0,6-14 0 0,0 1 0 0,6-13 1 0,0-6 0 0,1-6 0 0,5-6 0 0,-12-13-1 0,0 6 0 0,-6 0 1 0,6 13-1 0,0 6-1 0,0 6-17 0,-25 0-47 0</inkml:trace>
  <inkml:trace contextRef="#ctx0" brushRef="#br0">15034 2491 2 0,'6'-6'16'0,"-6"-1"-8"0,6 7 0 0,-6 0 6 0,-6 13-6 0,-6 6-5 0,5 0-1 0,7-7 1 0,19 1-1 0,6-7 0 0,0-6 0 0,-6-13-1 0,-7 1 0 0,-5-1-1 0,-1 1 0 0,-6 5 0 0,12-5 0 0,7 12 0 0,-12 0-1 0,-7 0 1 0,0 6 0 0,-7 7 1 0,-12 6 0 0,7 6-1 0,12 6 0 0,-6 0 0 0,-1-6 0 0,-5 6 0 0,-1 1-1 0,1-7 2 0,-7-13-1 0,0-12 1 0,1 0 1 0,-1-12-2 0,6-7 3 0,13 0-3 0,0-6 3 0,19 13-4 0,19-1 1 0,-1 7 0 0,7 0 0 0,-13 6 0 0,-12-7 13 0,6 7-8 0,-12-6-2 0,-7 0-3 0,-6 0 0 0,-13 6-58 0,7 0 25 0</inkml:trace>
  <inkml:trace contextRef="#ctx0" brushRef="#br0">13044 3267 0 0,'-6'0'0'0,"-19"-12"6"0,-6-1 9 0,0 7-4 0,-13 0-6 0,-19 6-4 0,-24 6 1 0,-14 6-2 0,1 1 1 0,0-7 1 0,-25 7-1 0,0-7 0 0,31 0 5 0,25-6 1 0,26 0-6 0,5 0 0 0,26 0-5 0,12 6-30 0,12-6 17 0</inkml:trace>
  <inkml:trace contextRef="#ctx0" brushRef="#br0">12838 2672 14 0,'0'-12'10'0,"0"-7"12"0,25 7-16 0,0 12-3 0,-19 6-1 0,-6 6 3 0,-12 20-2 0,5 12-2 0,-5 12-1 0,6 19 0 0,-13 25-1 0,-12 32 1 0,6 30-2 0,-7 26 1 0,-18 25 0 0,0-13 4 0,13 1-1 0,24-26-1 0,7-12 4 0,0-13-4 0,-7-31-1 0,7-38 2 0,0-43 1 0,6-26 0 0,6-18-9 0,0-25-65 0</inkml:trace>
  <inkml:trace contextRef="#ctx0" brushRef="#br0">12137 2967 9 0,'6'0'10'0,"7"-7"-10"0,-7 7 0 0,0-6 8 0,1 0 12 0,-1 0-15 0,-6-1-2 0,6 1-1 0,-6 0 2 0,0-7 3 0,0 1-3 0,0 12-2 0,0 0 1 0,0-6-2 0,0 6 0 0,0 0 1 0,0 0 1 0,-6 0-3 0,6 0 1 0,0 0 1 0,-6 0-1 0,6 0-1 0,0 0 0 0,0 0 0 0,0 0 1 0,0-7 0 0,0 7-1 0,-7 0 2 0,7 0-2 0,-6 0 1 0,0 7-1 0,6-7 0 0,0 0 1 0,0 6-1 0,-6-6 0 0,-1 6 1 0,1-6 0 0,6 0 0 0,0 0 0 0,0 0 0 0,-12 6 1 0,-1 1 0 0,-6 5 1 0,7 1 0 0,-1 12-3 0,7-7 1 0,0 1 0 0,12-6 1 0,13-13 0 0,0-13 0 0,6-12-2 0,-7 6-2 0,-5 13 1 0,-7 0 2 0,-6 12-1 0,-6 19 0 0,-19 32 3 0,-6 18 0 0,-7 6-3 0,7-43 6 0,0-20 0 0,12-18-3 0,13-18-16 0,24-32-76 0</inkml:trace>
  <inkml:trace contextRef="#ctx0" brushRef="#br0">12231 2985 22 0,'6'0'5'0,"7"-6"1"0,12-6-8 0,0-7 10 0,-19 6 0 0,-6 7 2 0,0 6-5 0,-25 6 6 0,0 1-2 0,13 11-6 0,-1 1-2 0,7 0-1 0,6-7 1 0,6 1 0 0,13-7 0 0,-7-6-2 0,7-6 1 0,-6-7 0 0,-1 13 1 0,1 0-1 0,-13 7 0 0,0-1 1 0,-7-6 2 0,7-19 0 0,19 0-2 0,12 7-1 0,-12 6 0 0,0 18-1 0,-19 7 2 0,12 0-1 0,14-13-1 0,11-12-1 0,7-1-5 0,-13-11 1 0,-31 18 5 0,-19 6 3 0,-6 6-2 0,13-5 1 0,18-7 0 0,19-19-1 0,6-6-10 0,-24 19 6 0,-7 6 4 0,6-7-2 0,25-11 2 0,13-7-12 0,-19 12 10 0,-31 26 15 0,-32 37-6 0,26 6-13 0,24-43-44 0</inkml:trace>
  <inkml:trace contextRef="#ctx0" brushRef="#br0">11956 2804 23 0,'6'-13'9'0,"19"-12"12"0,0 13-19 0,0 18 0 0,-25 13 1 0,-6 31 0 0,-13 38 5 0,-31 68 10 0,-25 82-8 0,-6 62-5 0,-7 26-6 0,32-82 0 0,43-106 2 0,7-63 2 0,6-56-2 0,25-51-48 0,-19 7-2 0</inkml:trace>
  <inkml:trace contextRef="#ctx0" brushRef="#br0">11124 3086 54 0,'0'-13'6'0,"6"13"-29"0,-6 0-8 0</inkml:trace>
  <inkml:trace contextRef="#ctx0" brushRef="#br0">11130 3104 61 0,'0'0'0'0,"-44"0"3"0,25 0-51 0</inkml:trace>
  <inkml:trace contextRef="#ctx0" brushRef="#br0">10867 3117 43 0,'-25'-6'21'0,"19"6"-26"0,6 6-43 0</inkml:trace>
  <inkml:trace contextRef="#ctx0" brushRef="#br0">10141 3167 43 0,'-62'-6'6'0,"-1"18"-6"0,32-5-31 0,25-7 17 0</inkml:trace>
  <inkml:trace contextRef="#ctx0" brushRef="#br0">9760 3205 37 0,'-31'-7'23'0,"-13"7"-23"0,25 7-54 0</inkml:trace>
  <inkml:trace contextRef="#ctx0" brushRef="#br0">9510 2892 8 0,'18'-38'15'0,"20"13"-15"0,-7 12 1 0,-12 13 0 0,-25 63 23 0,-19 100 2 0,-13 112-12 0,1 32-18 0,30-32-18 0,26-131-39 0</inkml:trace>
  <inkml:trace contextRef="#ctx0" brushRef="#br0">10217 2835 59 0,'-38'132'13'0,"-37"168"-5"0,12 82-26 0,26-132-43 0</inkml:trace>
  <inkml:trace contextRef="#ctx0" brushRef="#br0">10873 2791 17 0,'13'19'2'0,"-13"119"8"0,-50 156 2 0,-19 88-16 0,38-119-33 0</inkml:trace>
  <inkml:trace contextRef="#ctx0" brushRef="#br0">11593 2929 64 0,'-13'150'17'0,"-62"232"-10"0,-6 38-85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6557 5790 65 0,'0'0'0'0,"0"-25"19"0,37 12-15 0,26 1 18 0,24-7-10 0,-5 6-5 0,-26 7-5 0,-37 6 1 0,-32 6 2 0,-43 7-1 0,-32-1-2 0,-12 7 0 0,25-6-1 0,31-7 1 0,38-6-1 0,37-6 1 0,38-7-1 0,25-6 2 0,-6 1-4 0,-13 11 1 0,-44 1 2 0,-44 6 2 0,-43 19-2 0,-25 0 0 0,-7-1-4 0,44-11 4 0,38-7 1 0,44-7-4 0,24 1 0 0,1-6 1 0,-19 5-1 0,-26 7-34 0,-18-6-74 0</inkml:trace>
  <inkml:trace contextRef="#ctx0" brushRef="#br0">5537 5971 18 0,'0'0'0'0,"-56"0"11"0,24-6 21 0,7 6 1 0,19 6-12 0,12-6-7 0,25-6-6 0,26-13-5 0,12 13 1 0,-13 0 0 0,-25 6-2 0,-31 0 2 0,-19 0-2 0,-24 6 1 0,-14 0-1 0,-18 0 0 0,31 1 0 0,32-14 0 0,37 1-1 0,38 0-1 0,24 0-1 0,1-7 1 0,-32 13 1 0,-43 6-2 0,-32 1 2 0,-25 5-1 0,-6-6 1 0,25-6-1 0,19 0 2 0,12 0-4 0,13-6 2 0,-7 6 2 0,1-6-1 0,-13 0-2 0,6-1 2 0,-12 1-2 0,6 6-115 0</inkml:trace>
  <inkml:trace contextRef="#ctx0" brushRef="#br0">5699 3780 24 0,'-25'-6'5'0,"19"6"-6"0,12 0-20 0</inkml:trace>
  <inkml:trace contextRef="#ctx0" brushRef="#br0">5512 4062 50 0,'0'-6'7'0,"-13"0"0"0,7-1 10 0,6 1-3 0,6 6-6 0,19-6 2 0,-6-7-2 0,-6 1-3 0,-7 5-3 0,-6 7-4 0,-6 7-46 0,6-7-7 0</inkml:trace>
  <inkml:trace contextRef="#ctx0" brushRef="#br0">4911 3079 64 0,'-19'-6'9'0,"19"0"-7"0,32 0 3 0,5-1 5 0,13 7-2 0,13 7-5 0,6-7-2 0,-7-7 1 0,-30 7-1 0,-26 0-2 0,-6 0-2 0,-13-18 1 0,-12-8 2 0,6 1 1 0,13 13 0 0,0 6 1 0,25 24 1 0,6 1-1 0,-6 0-2 0,-26 12-9 0,-12-12-58 0</inkml:trace>
  <inkml:trace contextRef="#ctx0" brushRef="#br0">4423 2854 45 0,'0'-6'5'0,"-25"-13"12"0,25 0-9 0,25 7 0 0,13-1 6 0,-13 19-6 0,0 26-5 0,-13-7-1 0,-18 6 0 0,-19 0-2 0,0-12 3 0,19-13 0 0,6-31-3 0,25-12-4 0,6-7 1 0,0 13 2 0,-24 12 1 0,-7 6 1 0,-7 13 0 0,-5 13 4 0,-7 24 0 0,7 14-3 0,-1-1-2 0,26 0-27 0,18-25-51 0</inkml:trace>
  <inkml:trace contextRef="#ctx0" brushRef="#br0">4642 2954 71 0,'0'0'0'0,"-12"-6"1"0,5 6 9 0,1 19 6 0,0 12-9 0,6-6-5 0,25-12 0 0,6-13 0 0,-12-19 0 0,-7-6 1 0,-18-7 11 0,-13 14-4 0,-12 11-8 0,6 14-12 0,13 30-95 0</inkml:trace>
  <inkml:trace contextRef="#ctx0" brushRef="#br0">6995 3205 10 0,'0'-13'21'0,"6"1"-15"0,19-7 15 0,0 6-3 0,0 13-10 0,-6 13-5 0,6 12-1 0,0 6 1 0,-7 7 0 0,-11-1-1 0,-1 13-1 0,-6 7 1 0,-6-7 1 0,-7 0 0 0,-6 0 2 0,1 6-3 0,5 0-2 0,7-5 1 0,0-8-1 0,12-5 0 0,6-7 1 0,7-6-1 0,6 7-1 0,0-7 1 0,-6 0 0 0,-6-13 1 0,-7-6-1 0,-6-6 1 0,0 0-1 0,-6 0 1 0,-7 7-1 0,0-7 0 0,-5 6 0 0,-7 6 1 0,6 7-1 0,6 6 0 0,1 7 1 0,-1 5-1 0,7 1 1 0,-6 5-1 0,-1 1 0 0,13 6 0 0,0 0 0 0,0 1 1 0,0 5-1 0,0 6 0 0,6 1 0 0,7-7 0 0,-1 1 1 0,1 5-2 0,6 13 1 0,6-6-1 0,0 13 1 0,-7-7-1 0,-5 12 1 0,0 14-1 0,-13 5 2 0,6 0-2 0,-6-12 0 0,0-19 0 0,-19-18 3 0,-19-26 3 0,-12-18 5 0,7-1-1 0,18-6-7 0,18-12-19 0,14-13-92 0</inkml:trace>
  <inkml:trace contextRef="#ctx0" brushRef="#br0">7908 5026 20 0,'0'0'9'0,"-6"0"9"0,-1-6 1 0,7 6-3 0,7-7-9 0,5 7-3 0,26-6 0 0,12 6-1 0,6 0 2 0,-12 0-2 0,-19 0-1 0,-25 0 3 0,-25-6-1 0,-31 12-2 0,-19-6 0 0,18 6 2 0,26-6-1 0,31 0-1 0,19 0 0 0,31 0-1 0,19 0 0 0,-1 0-1 0,-5 0 0 0,-38 0 0 0,-31 0 5 0,-38 0-1 0,-25 7-3 0,0-7 2 0,13 0 0 0,37 0-2 0,19 0 0 0,31 0 0 0,38 0-1 0,0-7 1 0,0 14-2 0,-13-7 0 0,-37 6 1 0,-31-6 2 0,-39 6-1 0,-30 1 1 0,25-1-1 0,37-6 0 0,38-6-1 0,43-1 0 0,26 1-2 0,-25 6 2 0,-51 0 0 0,-24 0-6 0,-13 0-111 0</inkml:trace>
  <inkml:trace contextRef="#ctx0" brushRef="#br0">8446 4381 19 0,'0'-6'24'0,"-6"0"8"0,-1 0-12 0,7-1-4 0,13 7 4 0,18 0-14 0,26-6-2 0,18 0-2 0,12 12-1 0,-18 7-1 0,-25-7 1 0,-13 0 0 0,-12-6 1 0,-13 0 1 0,-12-12 1 0,-7-7-2 0,-12-6-1 0,13 12 1 0,6 7 0 0,12 6-3 0,13 31 3 0,-7 19-3 0,1-18 3 0,-26-14 1 0,-31-5-1 0,-6 6-26 0,25-1-100 0</inkml:trace>
  <inkml:trace contextRef="#ctx0" brushRef="#br0">9391 3862 70 0,'0'-6'1'0,"6"-13"-1"0,13 0 20 0,-13 0-2 0,0 0-4 0,0 7-4 0,-12-1-2 0,-6 1 0 0,-7 6-4 0,-6 6-1 0,0 0-2 0,6 12-2 0,-12 13 2 0,6 19-2 0,-6 12 1 0,18 26 1 0,1 18-1 0,12 6 1 0,0 1 0 0,0-7 1 0,-13-6 1 0,0-32 2 0,-12-24 4 0,7-26 1 0,-20-12-4 0,7-12-3 0,0-1-1 0,18 1-5 0,26-7-47 0,18-12-68 0</inkml:trace>
  <inkml:trace contextRef="#ctx0" brushRef="#br0">9090 4106 100 0,'-43'-13'14'0,"36"7"13"0,32 0-18 0,57 6-3 0,5 0-3 0,13 6 2 0,-75-6 4 0,-25-6 3 0,-18-7-10 0,5 7-136 0</inkml:trace>
  <inkml:trace contextRef="#ctx0" brushRef="#br0">9653 4087 32 0,'-6'0'9'0,"0"0"3"0,-7-6 19 0,7 6-18 0,6 0-4 0,6 0 0 0,32 0-2 0,25-13-2 0,93 1 2 0,-100 6-5 0,-24 6-2 0,-20 0 3 0,1 0-3 0,-7-7-2 0,13 7-35 0,-13 0-55 0</inkml:trace>
  <inkml:trace contextRef="#ctx0" brushRef="#br0">9929 3943 43 0,'0'0'0'0,"-7"0"16"0,7-6 10 0,0 6-17 0,0 6-4 0,0 7 3 0,7-1-2 0,12-6-1 0,6 7-3 0,12-7 0 0,-12 0-1 0,-12 1 0 0,-1-1-1 0,-6 0 1 0,1-6 0 0,-7 7 1 0,-7 18 2 0,-18 6 0 0,0 0 3 0,-6-6-1 0,19-6-1 0,-1-7-3 0,13-5-1 0,0-1-24 0,19-6-87 0</inkml:trace>
  <inkml:trace contextRef="#ctx0" brushRef="#br0">10279 3799 47 0,'0'0'0'0,"0"-12"19"0,0-1 9 0,0 13-15 0,0 13-13 0,0 12 2 0,0 12-1 0,13-5-1 0,5-7 4 0,14-19 0 0,-1-12-1 0,0-13-2 0,-6-6 1 0,-6-7-1 0,-13 14 1 0,-6-7-2 0,7 6 1 0,-7 13 0 0,0 12-2 0,0 25 2 0,0 26-2 0,-7 24 1 0,1 38 1 0,-7-25 1 0,7-32 1 0,-6-24 2 0,5-38-4 0,-18 19 10 0,-12-26-3 0,12-36-3 0,12-26-1 0,13 0-3 0,32 0-1 0,11 19 0 0,14 19 0 0,-7-7-12 0,-19-6-44 0,-25 19-30 0</inkml:trace>
  <inkml:trace contextRef="#ctx0" brushRef="#br0">10385 3424 84 0,'-6'0'3'0,"-25"6"4"0,0 31 17 0,-1 20-12 0,20-20-4 0,-1-12 0 0,7-18 0 0,6-14 1 0,6-24-5 0,19-6-3 0,0-1 0 0,7 0-1 0,-20 13 2 0,1 13-1 0,5 6-2 0,1 24 3 0,6 14-1 0,13 18 0 0,-1 6-56 0,-30-37-18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5362 4037 24 0,'-19'-6'19'0,"-6"0"-3"0,12-1 12 0,13 7-13 0,19 0-8 0,37-6-3 0,38-7 0 0,19 13-1 0,-19 0-3 0,-25 0 3 0,-44 0 3 0,-32 0 8 0,-30 0-10 0,-45 0-3 0,-30 0 2 0,-1 7-1 0,26-7-2 0,37 6 1 0,37-6 0 0,26 0-1 0,30 0 1 0,51-6 0 0,6-1 0 0,0 1-2 0,-37 6 1 0,-38 0 1 0,-19 6 0 0,-12-6 4 0,-13-6-3 0,0 6-2 0,7 0-140 0</inkml:trace>
  <inkml:trace contextRef="#ctx0" brushRef="#br0">4736 4068 70 0,'-6'-6'10'0,"0"6"-5"0,6 0 4 0,18 0-4 0,32-6 1 0,7 6-1 0,-7-6 0 0,-32 6 3 0,-18-7 12 0,-25-5-14 0,-25 12-3 0,0-6 2 0,0 6-1 0,19 0 1 0,25-7-4 0,6 7 0 0,37 0-1 0,1-6 0 0,-7-7 0 0,-12 13 2 0,-13 13-35 0,-6-7-42 0</inkml:trace>
  <inkml:trace contextRef="#ctx0" brushRef="#br0">9284 3317 37 0,'-18'0'12'0,"11"-6"14"0,7 6-8 0,7-6-3 0,11-7-7 0,20-12-5 0,12-12-1 0,6-1 0 0,-12 0 1 0,-25 1-1 0,-7-1 1 0,-12-43 0 0,0 50-2 0,-6 18 0 0,0 7-1 0,0 0 2 0,-1 6 1 0,1 12-3 0,-6 26 2 0,5 6-1 0,-5 6 1 0,5 0 2 0,1 6-2 0,0-12 0 0,0-13 0 0,-1-6 0 0,1-12 0 0,6-7 1 0,6-12 1 0,-6-13-1 0,13-6-2 0,-7 0-1 0,7 12 1 0,6-5-1 0,6 5 0 0,6 7-1 0,-12 6 3 0,-13 0-3 0,6 12 3 0,1 7-3 0,6 12 0 0,-7-6 1 0,1-6 2 0,24-6-1 0,-18-26-1 0,0 1 2 0,-13-7-1 0,-6 0 5 0,-6 7-3 0,6 5 0 0,0 7-4 0,6 0 2 0,-19 0-32 0,-5 0-83 0</inkml:trace>
  <inkml:trace contextRef="#ctx0" brushRef="#br0">7082 4050 46 0,'-6'0'3'0,"-13"-7"10"0,0 7 13 0,13-6-11 0,6 0-10 0,19 0-4 0,25-7-2 0,12 7 1 0,-6-1 0 0,6 7-15 0,-24 0-48 0</inkml:trace>
  <inkml:trace contextRef="#ctx0" brushRef="#br0">8021 4012 37 0,'0'-6'25'0,"6"-1"-9"0,6 1-7 0,26 0-3 0,31 0-1 0,25-7-3 0,12 7 0 0,-12 6-1 0,-25 0-33 0,-51 0-24 0</inkml:trace>
  <inkml:trace contextRef="#ctx0" brushRef="#br0">9297 4037 88 0,'0'0'0'0,"-13"-12"15"0,20 12-16 0,36 6-69 0</inkml:trace>
  <inkml:trace contextRef="#ctx0" brushRef="#br0">9860 4018 56 0,'0'0'0'0,"31"-12"25"0,-6 18-74 0</inkml:trace>
  <inkml:trace contextRef="#ctx0" brushRef="#br0">10592 4050 84 0,'31'-19'14'0,"0"19"-36"0,-24 0-23 0</inkml:trace>
  <inkml:trace contextRef="#ctx0" brushRef="#br0">11693 4025 66 0,'-31'-7'9'0,"-7"7"-8"0,13 0 2 0,13 0 12 0,5 0-4 0,1 0-6 0,0-6 0 0,18 6-1 0,26-6-2 0,37-7-1 0,38 7-1 0,31-7 1 0,-1 13 1 0,-42 0 0 0,-51 0 5 0,-44-6 7 0,-12 0-10 0,-1 0-11 0,7 6-113 0</inkml:trace>
  <inkml:trace contextRef="#ctx0" brushRef="#br0">10104 3192 88 0,'-6'-12'8'0,"-1"12"-5"0,26-7 11 0,25 1-3 0,25 0-4 0,0 6-5 0,-19-7-6 0,-25 7-24 0,-19 7-44 0</inkml:trace>
  <inkml:trace contextRef="#ctx0" brushRef="#br0">10141 3292 67 0,'-6'0'10'0,"0"-6"5"0,25-7 0 0,31 7-7 0,12 0-3 0,-12 6-4 0,-25-6-34 0,-12 6-35 0</inkml:trace>
  <inkml:trace contextRef="#ctx0" brushRef="#br0">10742 3029 11 0,'-6'0'22'0,"6"-12"-6"0,0-1 8 0,0-6-1 0,0 13-11 0,0 0-3 0,0 6 0 0,-6-6-2 0,6 6-4 0,0 18 0 0,0 14-2 0,-7 12-1 0,7-7 1 0,-6 1 1 0,0-1-1 0,12-18 1 0,-6-13 0 0,6-6 1 0,7-18-1 0,12-14-1 0,0 1 0 0,0-7-1 0,0 13 0 0,0 0 0 0,-13 25-1 0,1 7 0 0,-7 24 1 0,7 0 0 0,18 0 0 0,7-18 0 0,-1-7 1 0,7-6 0 0,-19-19 0 0,-19 1 0 0,0-20 0 0,1-18-1 0,-14-1 4 0,-5 26 5 0,6 12-8 0,-1 19 0 0,7 13-6 0,13 12-36 0,24 0-58 0</inkml:trace>
  <inkml:trace contextRef="#ctx0" brushRef="#br0">11336 2729 78 0,'-6'-13'17'0,"-6"7"8"0,-7 44-9 0,6 5-11 0,13-5-2 0,7 0-1 0,5-13-1 0,-12-19-21 0,-6 0-35 0,0-6-6 0</inkml:trace>
  <inkml:trace contextRef="#ctx0" brushRef="#br0">11180 2766 68 0,'-13'-18'23'0,"13"5"-3"0,26-6-4 0,17 7-8 0,7-1-6 0,-12 13 2 0,-19 0-3 0,6 0-12 0,12 7-39 0,-24 5-6 0</inkml:trace>
  <inkml:trace contextRef="#ctx0" brushRef="#br0">11505 2948 58 0,'0'-6'4'0,"0"-19"14"0,19 12-2 0,-6 7-3 0,-1 18-4 0,1 32-3 0,12 0-1 0,0-6-1 0,-7-13-1 0,-5-13-2 0,-7 1 1 0,0-7-6 0,-6-6-21 0,-12 0-20 0,12 0-11 0</inkml:trace>
  <inkml:trace contextRef="#ctx0" brushRef="#br0">11643 2904 55 0,'-6'-6'9'0,"-1"18"5"0,-24 32 10 0,-13 19-4 0,1 6-8 0,11-13-2 0,14-31-4 0,11-19-1 0,7-12-6 0,19-13-135 0</inkml:trace>
  <inkml:trace contextRef="#ctx0" brushRef="#br0">6832 3405 21 0,'0'-6'10'0,"0"-7"10"0,0-12 6 0,0 0-4 0,0 6-10 0,-6 7-7 0,-1 5-3 0,-5 1 2 0,-1 6-1 0,-5 6 2 0,-1 7-4 0,0 6 2 0,7 18 0 0,-7 7 1 0,6 19 0 0,1 12-3 0,12 0-1 0,0-12 1 0,-7 12 0 0,1-44 1 0,-6 6 0 0,-7 20 2 0,-6-13 5 0,6-26 1 0,0-11-2 0,-6-7-4 0,7-13-1 0,5-6-6 0,7 1-40 0,25-7-37 0,-19 18 44 0</inkml:trace>
  <inkml:trace contextRef="#ctx0" brushRef="#br0">6575 3630 65 0,'-6'-6'5'0,"0"6"12"0,0-6 10 0,6-1-11 0,18 7-11 0,20-6-2 0,18-6-1 0,7 5 4 0,-26 1 1 0,-18 0 1 0,-19 6 0 0,-6-6-1 0,0-1-4 0,6 7-3 0,-7 0-78 0,7 7 17 0</inkml:trace>
  <inkml:trace contextRef="#ctx0" brushRef="#br0">3635 4068 93 0,'-19'-6'11'0,"7"12"-6"0,12-6 5 0,37 7 2 0,19-14-1 0,20 1-3 0,-8 6-2 0,-11-6-2 0,-32 0 0 0,-19 6 2 0,-12-7-2 0,-26 7-3 0,-30 7-1 0,-26 5 1 0,13 1 0 0,6-1-2 0,26-6 3 0,24 1-1 0,31-7 1 0,32-7-1 0,50-5 1 0,6 6-1 0,-12-1 1 0,-26 1-1 0,-43 0 3 0,-13 6-4 0,-31 25-149 0</inkml:trace>
  <inkml:trace contextRef="#ctx0" brushRef="#br0">12419 4732 55 0,'0'-6'5'0,"6"-13"18"0,-6 6 6 0,13 1-14 0,-7 18-7 0,-6 25-2 0,-6 7-1 0,-1-1-3 0,1-12 0 0,19-6-1 0,5-6 1 0,7-20 0 0,13-11-1 0,-1-14 0 0,-12 7-1 0,7-6 2 0,-7 6-3 0,-7 0 0 0,-11 12 1 0,-7 1 1 0,0-1-1 0,0 13-1 0,0 13 0 0,-7 12 1 0,-5 19 2 0,6 18-3 0,-7 32 1 0,7 0 0 0,0-6 0 0,-1-13 1 0,1-19 0 0,-13-18 1 0,-6-13 1 0,-6-25 2 0,0-19-1 0,6-18-2 0,19-14 0 0,6-5-2 0,25 0 0 0,12 18 0 0,7 1-1 0,12-1-7 0,-12 26-37 0,-25-1-56 0</inkml:trace>
  <inkml:trace contextRef="#ctx0" brushRef="#br0">12588 4375 63 0,'0'-12'8'0,"-7"12"12"0,-5 6 9 0,-13 25-12 0,0 7-5 0,12-7-7 0,1-19-1 0,12-5-1 0,6-7 1 0,7-19-1 0,-1-6-3 0,-6 6 1 0,7-12 1 0,-1 0-2 0,1 12-2 0,-7 6 3 0,7 7 0 0,-7 18-1 0,6 20 2 0,1-7-2 0,-1-6 0 0,-12-7 2 0,7 1-19 0,5-7-118 0</inkml:trace>
  <inkml:trace contextRef="#ctx0" brushRef="#br0">12976 4638 105 0,'-13'-6'3'0,"13"-7"19"0,19 7-9 0,18 0-11 0,13 6-1 0,-12 6-22 0,-26 6-46 0,-5-12 19 0</inkml:trace>
  <inkml:trace contextRef="#ctx0" brushRef="#br0">12944 4744 72 0,'0'0'0'0,"-37"0"32"0,30 0 3 0,20 0-28 0,37-6-7 0,6 0 0 0,-6 6-5 0,-18 0-64 0,-26 6 12 0</inkml:trace>
  <inkml:trace contextRef="#ctx0" brushRef="#br0">13683 4363 47 0,'0'0'0'0,"-7"-7"5"0,7 1 18 0,7-7-6 0,-7 7-1 0,6 0-6 0,-6 0-6 0,6-7-4 0,-6 1 1 0,-6-1 0 0,0 7 1 0,-7-7 1 0,0 7 0 0,-5 6-1 0,5 0-2 0,1 6 1 0,-1 7-1 0,1 12 2 0,-1 0-1 0,1 19-1 0,5 0 1 0,-5 6-1 0,6 6-1 0,-7 13 1 0,7 0 0 0,-7 6 2 0,7-6-1 0,0 0 1 0,-7-7 1 0,1-24 4 0,-7-26 3 0,0-12 1 0,-6-6-4 0,13-7-3 0,-7 1-3 0,19 6-1 0,0 6-1 0,6-7-33 0,19-5-63 0,-25 6 59 0</inkml:trace>
  <inkml:trace contextRef="#ctx0" brushRef="#br0">13420 4638 65 0,'-13'-13'21'0,"-6"7"-5"0,19-6 11 0,13 5-22 0,37 1 0 0,19 0 0 0,0 6 1 0,-26-6 2 0,-36 6 1 0,-7-7-5 0,0 1-3 0,6 0-18 0,0 6-63 0,-6 6 23 0</inkml:trace>
  <inkml:trace contextRef="#ctx0" brushRef="#br0">14221 4200 45 0,'0'-6'6'0,"-7"-7"17"0,14 0 2 0,-7 7-10 0,6 6-3 0,-6 0-5 0,-6 0-3 0,-7 0-1 0,7 0 0 0,0 0-1 0,-7 6-1 0,7 7 1 0,-13 0-1 0,0 5 1 0,-6 14-1 0,-6-1 0 0,-7 19 0 0,13 13 0 0,0 12-1 0,13 0 0 0,6-6 0 0,12-7 0 0,13-5 1 0,6-20 2 0,6-6-1 0,-6-18 0 0,-13-7 2 0,1-6 0 0,-7-6-2 0,-6 0 0 0,0 6-103 0,-6 0 40 0</inkml:trace>
  <inkml:trace contextRef="#ctx0" brushRef="#br0">14308 4312 43 0,'0'0'0'0,"0"-12"18"0,0-1 7 0,0 26-10 0,-6 31 1 0,0 25-8 0,6 6-2 0,-7-25-1 0,1-25 0 0,6-6-2 0,-6-13 0 0,6-6 3 0,0-19-3 0,12-12-2 0,7-1 0 0,12 1 1 0,-6 12-1 0,0 13-2 0,-6 19 2 0,-12 24-1 0,-1 1 2 0,0-7-1 0,-6-12 1 0,0-7 0 0,0-5 1 0,0-7-9 0,0-13-60 0,6 7-16 0</inkml:trace>
  <inkml:trace contextRef="#ctx0" brushRef="#br0">14621 4175 57 0,'0'-19'15'0,"0"6"15"0,0 1-7 0,12 18-20 0,13 38-1 0,19 37 4 0,-12 45-1 0,-39 11 1 0,-36-37 4 0,-14-31 0 0,7-31-3 0,25-19-3 0,19-19 0 0,25-19-70 0,-1 19-21 0</inkml:trace>
  <inkml:trace contextRef="#ctx0" brushRef="#br0">13138 5564 51 0,'0'0'0'0,"-19"-6"14"0,13 0 15 0,0 6-4 0,0 0-11 0,24 0-5 0,26-13-6 0,19 7-2 0,-19 6-7 0,-26 0-38 0,-5 6-36 0</inkml:trace>
  <inkml:trace contextRef="#ctx0" brushRef="#br0">13151 5627 39 0,'0'0'32'0,"-25"0"-24"0,18 6 20 0,26-12-15 0,31 0 0 0,19-13-6 0,-19 19-6 0,-37 0-58 0,-7 6-10 0</inkml:trace>
  <inkml:trace contextRef="#ctx0" brushRef="#br0">13883 5239 101 0,'0'-13'1'0,"6"-12"0"0,0-6-1 0,-6 6 5 0,-6 0 5 0,-13 6-1 0,-6 7-5 0,0 5-1 0,6 20-1 0,1 31-2 0,-1 18 4 0,-6 45-3 0,12 12-1 0,1 0 4 0,-1-7-4 0,13-24 2 0,-6-26 1 0,-25-30 3 0,6-26-1 0,-7-12 0 0,7-26-21 0,19 1-80 0,0 25 59 0</inkml:trace>
  <inkml:trace contextRef="#ctx0" brushRef="#br0">13520 5589 98 0,'-6'-6'5'0,"6"-25"-3"0,31 6 5 0,31 6-3 0,26 13-10 0,-19 6-93 0</inkml:trace>
  <inkml:trace contextRef="#ctx0" brushRef="#br0">14358 5064 86 0,'0'-13'7'0,"6"-6"-5"0,1 7 20 0,-32 12-7 0,-19 37-8 0,-19 57-2 0,1 38-3 0,24 18-1 0,44-25 0 0,26-44 1 0,-1-30 0 0,7-45 4 0,12-38-39 0,-13 14-72 0</inkml:trace>
  <inkml:trace contextRef="#ctx0" brushRef="#br0">14440 5320 56 0,'0'-6'9'0,"0"-19"13"0,6 12 1 0,6 1-4 0,-12 6-5 0,0 31-2 0,-12 12-10 0,6 20-3 0,-1-14 1 0,1-5 1 0,0-13 1 0,0-13 1 0,6-12 2 0,18-25-3 0,7-6 0 0,0 6-2 0,0 6 1 0,7 7-1 0,-14 12-1 0,-5 25 0 0,-1 12 0 0,7 1 1 0,6-19 0 0,13-26 1 0,-1-24 3 0,-12-25-1 0,-6-13 3 0,-19 19 1 0,-19 19-5 0,13 31-11 0,12 6-61 0,-6 6-16 0</inkml:trace>
  <inkml:trace contextRef="#ctx0" brushRef="#br0">15046 5064 115 0,'0'-13'9'0,"0"26"4"0,-6 30 0 0,-6 14-7 0,-1-1-3 0,1-18-30 0,-13-7-97 0</inkml:trace>
  <inkml:trace contextRef="#ctx0" brushRef="#br0">14921 5120 92 0,'0'-19'29'0,"19"-12"-14"0,37 12-11 0,1 13-4 0,11 6-47 0,-43 6-25 0</inkml:trace>
  <inkml:trace contextRef="#ctx0" brushRef="#br0">15265 5214 102 0,'0'-6'14'0,"7"6"-7"0,18 25-4 0,0 18-2 0,-13 1-7 0,1 0-61 0,-13-38 31 0</inkml:trace>
  <inkml:trace contextRef="#ctx0" brushRef="#br0">15422 5208 77 0,'-6'0'24'0,"-13"6"2"0,-13 13-1 0,-11 31-15 0,-14 31-7 0,26-31-35 0,6-12-78 0</inkml:trace>
  <inkml:trace contextRef="#ctx0" brushRef="#br0">15591 5026 80 0,'0'0'3'0,"25"0"2"0,19 25 22 0,-1 44-9 0,-24 62-14 0,-38 20-6 0,-43-20-118 0</inkml:trace>
  <inkml:trace contextRef="#ctx0" brushRef="#br0">15678 5151 28 0,'-6'13'6'0,"0"43"4"0,0 44-4 0,-13 32 5 0,-13-20 5 0,-18-37 6 0,0-31-29 0,19-31-73 0</inkml:trace>
  <inkml:trace contextRef="#ctx0" brushRef="#br0">15228 5176 50 0,'0'0'5'0,"6"-19"26"0,0 7 3 0,7 6-17 0,6 31-7 0,6 19-7 0,18 24-3 0,-11 1 2 0,-14-19 0 0,-5-25-2 0,-7-18-31 0,-6-7-24 0,0-13-1 0</inkml:trace>
  <inkml:trace contextRef="#ctx0" brushRef="#br0">15441 5157 45 0,'0'0'42'0,"-7"0"-17"0,-18 19 0 0,-19 38-3 0,-43 55-9 0,37-37-6 0,31-37-3 0,7-26 0 0,5-12-34 0,1-12-106 0</inkml:trace>
  <inkml:trace contextRef="#ctx0" brushRef="#br0">13889 5170 42 0,'-6'0'7'0,"6"-13"16"0,0 7-8 0,6 0-5 0,6 0-4 0,-5-1-1 0,-7 1 1 0,-7-19-1 0,-5 13-2 0,-7-1-3 0,0 13 2 0,7 0-2 0,-7 6 0 0,-6 7 0 0,0 12 0 0,6 6 1 0,7 13 1 0,6 6-2 0,-1 6-1 0,-11 13 2 0,5 0 1 0,1 13 0 0,-1 11 0 0,19-11-1 0,1-1 1 0,-20-25-1 0,-18-24 5 0,-13-20 6 0,0-5 2 0,0-7-5 0,19-19-5 0,13-6-8 0,12-13-35 0,12 13-70 0,-12 19 84 0</inkml:trace>
  <inkml:trace contextRef="#ctx0" brushRef="#br0">13589 5527 67 0,'0'0'0'0,"-32"-25"31"0,26 12 5 0,12 7-28 0,51 0-5 0,24 6 0 0,-12 6 0 0,-25 0 1 0,-32-6 4 0,-12-6 0 0,-12 0-7 0,-26 6-1 0,-18 6 1 0,-7 6-1 0,7-5 1 0,31-7 0 0,25 0 0 0,37-7-2 0,26 1 1 0,0 0-1 0,-20 6 1 0,-5-6 0 0,-13 6 1 0,-13-7-1 0,-12 7 1 0,7-6-8 0,-7 6-139 0</inkml:trace>
  <inkml:trace contextRef="#ctx0" brushRef="#br0">14884 5865 44 0,'6'-32'28'0,"6"1"1"0,1 19-11 0,-13 43-4 0,-6 38-4 0,-1 12-4 0,-5 1 1 0,-13-20-5 0,12-18-42 0,7-32-55 0</inkml:trace>
  <inkml:trace contextRef="#ctx0" brushRef="#br0">15071 5771 66 0,'0'-6'10'0,"7"6"15"0,-26 50-2 0,-12 31-14 0,18 13-5 0,1-13 1 0,-1-24-30 0,1-26-71 0</inkml:trace>
  <inkml:trace contextRef="#ctx0" brushRef="#br0">14696 6028 71 0,'0'0'0'0,"6"-7"22"0,19 20 8 0,7 12-18 0,11 6-7 0,-11 7-2 0,11-1-1 0,-18 7-12 0,-12-13-55 0,-7-24 13 0</inkml:trace>
  <inkml:trace contextRef="#ctx0" brushRef="#br0">15134 6015 85 0,'-13'6'9'0,"-37"38"27"0,-18 19-22 0,-1-7-9 0,19-6-11 0,25-6-125 0</inkml:trace>
  <inkml:trace contextRef="#ctx0" brushRef="#br0">13958 6553 16 0,'0'-6'9'0,"12"-32"30"0,7 20-11 0,-13 18-9 0,7 44-7 0,-7 12-6 0,0 0-3 0,-6-12-1 0,0-38-1 0,-6 7 2 0,0-7 2 0,0-37-1 0,24-19-2 0,14 0-1 0,-7 6 0 0,12 12-1 0,-12 26-1 0,0 25-1 0,-12 19 1 0,-13-7 1 0,0-6 1 0,-6-13 0 0,-1-12 4 0,20-37-3 0,24-1-2 0,1 20 2 0,-13 11-3 0,-13 20-3 0,-5 18 3 0,-7 7 1 0,0-7 0 0,-7 6-15 0,1-18-105 0</inkml:trace>
  <inkml:trace contextRef="#ctx0" brushRef="#br0">14496 6560 29 0,'0'-13'13'0,"0"-6"2"0,0 7-4 0,0-1 0 0,-13 7-3 0,-5 12 3 0,-7 7-3 0,0 18-4 0,6 7-4 0,0-1 0 0,13-12 0 0,24-19 3 0,8-18 1 0,-1-13-2 0,-13 19-1 0,1 18 1 0,-1 13-1 0,19-6 1 0,7-19 1 0,-7-19 0 0,0-25 0 0,-6-24 2 0,0-20-7 0,-6 19 4 0,-6 25-2 0,-7 25 0 0,-6 26-3 0,-25 37 2 0,0 24 1 0,6 7-1 0,19-6 0 0,13-19 0 0,5-18 1 0,8-26 3 0,5-12 1 0,0-26-1 0,0-5-1 0,-6-1 1 0,-6-6-1 0,-6 19-2 0,-13 19 0 0,0 0-1 0,-13 6 2 0,7 6-1 0,6 7-1 0,6-13 2 0,0 0-2 0,1 0 2 0,-7 0-1 0,0-7 1 0,-7 7-1 0,1-6-1 0,6 6 1 0,0 6 0 0,6 13-1 0,7 0 0 0,6-6 2 0,-1-13 0 0,7 0 0 0,-6-7-2 0,-6 7 0 0,-13 7 1 0,-13 18 0 0,1 0-2 0,12 0 2 0,0-7-1 0,19-5 2 0,6-7-1 0,12-25 1 0,-6-18 2 0,1-1-1 0,-20 26-2 0,-12 12 1 0,-6 25 0 0,-7 12-1 0,13-5 2 0,-6-7-21 0,12-19-59 0,1-6 27 0</inkml:trace>
  <inkml:trace contextRef="#ctx0" brushRef="#br0">15159 6409 40 0,'0'0'18'0,"0"-6"-12"0,-6 6-5 0,6 6-49 0</inkml:trace>
  <inkml:trace contextRef="#ctx0" brushRef="#br0">14477 6428 66 0,'0'0'1'0,"19"-6"17"0,37 6-8 0,38 0-6 0,0 0-93 0</inkml:trace>
  <inkml:trace contextRef="#ctx0" brushRef="#br0">15240 6422 87 0,'0'0'4'0,"7"12"5"0,24 38-1 0,-12-18-14 0,-1-1-82 0</inkml:trace>
  <inkml:trace contextRef="#ctx0" brushRef="#br0">15390 6509 81 0,'0'0'15'0,"-37"38"18"0,-38 50-24 0,12-26-51 0,45-43-40 0</inkml:trace>
  <inkml:trace contextRef="#ctx0" brushRef="#br0">14221 7117 51 0,'-13'-32'13'0,"26"14"19"0,18 24-18 0,6 38-9 0,-18 6 0 0,-13-6-2 0,-31-19 3 0,0-19 0 0,19-31-3 0,25-25-3 0,12 0 1 0,0 25-1 0,13 6 2 0,-6 19-2 0,-7 25 0 0,-6 0-1 0,-25-6 1 0,-25-7 1 0,6 1-1 0,7-26 2 0,24-18-1 0,26 6-1 0,-1 0 3 0,7 25-4 0,-25 19 1 0,-7 6 0 0,-12 6 0 0,-6 0-37 0,-6-6-60 0</inkml:trace>
  <inkml:trace contextRef="#ctx0" brushRef="#br0">14690 7104 53 0,'6'-31'17'0,"13"6"21"0,-13 19-25 0,-6 18-9 0,-6 19-2 0,-7 1-1 0,-5-1-1 0,18-12 1 0,18-7-1 0,7-12-1 0,7-12 1 0,-1-1 2 0,-6-12-1 0,0 6 2 0,-13 7-2 0,-5 12 0 0,-7 6-1 0,0 19-1 0,0-6 1 0,12 0 0 0,13-1 1 0,13-24-1 0,6-19 1 0,-1-19 1 0,1-50 4 0,-6 1-2 0,-32 55-6 0,-25 32 1 0,-6 56 3 0,13 25-4 0,12 0 0 0,12-6-6 0,7-32-72 0,12-30 28 0</inkml:trace>
  <inkml:trace contextRef="#ctx0" brushRef="#br0">15203 7142 29 0,'0'0'0'0,"31"-19"88"0,-31 6-54 0,0 7-32 0,6 12-126 0</inkml:trace>
  <inkml:trace contextRef="#ctx0" brushRef="#br0">3510 6647 40 0,'-6'-19'9'0,"6"19"-6"0,12 0 0 0,1 0 4 0,-1 7 4 0,7-1-2 0,12-6-2 0,19 0 2 0,6 6-3 0,1 0-3 0,5 1-1 0,13-7 0 0,26-7 1 0,-8 1-2 0,-74 0-1 0,94 0 2 0,-1-1-1 0,-5 1 1 0,5 0-1 0,13 6-1 0,-6-6 0 0,0-1 1 0,0 7 0 0,-6 7-1 0,18-1-2 0,-62 0 3 0,150 0-1 0,-75 1-1 0,0-1 1 0,-7 6 0 0,1 1-1 0,0-7 2 0,-7 0-2 0,-6 1-1 0,0-1 3 0,0-6 0 0,0 6-2 0,-12 1 1 0,-7-7 0 0,1 0 1 0,-13-7-1 0,-7 7-1 0,-24 0 2 0,-19-6-1 0,-7 6 1 0,13 0-1 0,-6 0 0 0,0-6 1 0,-13 6-1 0,-6 0-1 0,0-7 1 0,0 7 0 0,0 0 1 0,6 7 0 0,1-7-1 0,-7 6 1 0,0-6 3 0,0 0 2 0,-6 0-2 0,-7 0-2 0,-12-6-4 0,0 6-92 0</inkml:trace>
  <inkml:trace contextRef="#ctx0" brushRef="#br0">7883 6578 18 0,'0'0'11'0,"-13"0"26"0,7-6-18 0,12 6-8 0,19-12-5 0,19 5-1 0,0 1-1 0,-19-6-1 0,-19 12 3 0,-12 0 0 0,-19 0-3 0,-6 6-1 0,-7 0 0 0,-6 0-1 0,19-6 0 0,13 0-1 0,12 7 1 0,19-7 0 0,18-7 0 0,1 7 0 0,-7-6-1 0,-12 6 1 0,-7 0 0 0,-12-6 0 0,-6 6 1 0,-13 6-2 0,-18-6 1 0,-1 6-1 0,13 1 1 0,13-7 0 0,12 0-1 0,0 0 0 0,18 0 0 0,20 0 0 0,-1-7 0 0,-11 7 2 0,-14 0-2 0,-12-6 1 0,-19 6-1 0,-18 6 1 0,5-6-2 0,1 0 3 0,25 0-2 0,18-6-2 0,13 6 2 0,-12 0 0 0,-7 6 2 0,-6-6-2 0,0 0 0 0,-6-6 0 0,6 6 0 0,0 0 0 0,0 0 0 0,0 6 0 0,0-6 0 0,0 0 0 0,0 0 0 0,0 0 0 0,0 0 1 0,0 0-1 0,0 0 0 0,-6 0 0 0,6 0 0 0,0 0 0 0,0 7 0 0,0-7 0 0,0-7 0 0,0 7-1 0,-7 0-62 0,7 0 6 0</inkml:trace>
  <inkml:trace contextRef="#ctx0" brushRef="#br0">6913 6578 64 0,'-6'-6'6'0,"-7"6"-4"0,13 0 8 0,50-6 5 0,7 0-10 0,-7 6 0 0,-31-7-2 0,-19 7 5 0,-19 0-3 0,-19 0-2 0,1 0-3 0,5 0 2 0,7 0-1 0,25 0-1 0,19 7 0 0,31-7 1 0,-6 0 0 0,-19 0 0 0,-25 0 0 0,-12 0 0 0,-13 0-35 0,18 0-49 0</inkml:trace>
  <inkml:trace contextRef="#ctx0" brushRef="#br0">6469 6115 10 0,'0'-37'5'0,"13"-1"15"0,-13 7 14 0,0-1-11 0,-7 14-3 0,1 11-12 0,-7 32-3 0,7 63 8 0,-6 69 1 0,12 12-4 0,6-19-3 0,0-44 5 0,0-37-6 0,1-44-5 0,-7-31-17 0,6-69-57 0,0 25-7 0</inkml:trace>
  <inkml:trace contextRef="#ctx0" brushRef="#br0">6475 5996 37 0,'-12'-6'3'0,"-7"0"3"0,6 6 8 0,7 0-8 0,12 0-2 0,7 0 1 0,31 0-2 0,18-7 1 0,32-11 3 0,44 5-2 0,24 1-4 0,14 5 3 0,5 7 1 0,-6 7-2 0,-12-7 0 0,-13 0-1 0,-25 0 3 0,-12 0-1 0,-26 0-1 0,-12-7-2 0,-6 1 2 0,-25 0 0 0,-13 0 0 0,-6-1-1 0,7 7-1 0,-7 7 0 0,-13 5-1 0,-6 19 1 0,-6 26-2 0,-12 37 0 0,6 12 3 0,-1 7 1 0,7-19 0 0,-6-19 0 0,6-13-1 0,0-18 0 0,-6-25-2 0,0-13-15 0,-26-6-111 0</inkml:trace>
  <inkml:trace contextRef="#ctx0" brushRef="#br0">6456 6722 44 0,'0'-6'6'0,"-25"-13"-2"0,13 13 11 0,-1 6-1 0,13 0-8 0,13 0-1 0,24 6 0 0,82-12 8 0,-19 0-4 0,32-1-1 0,5 1-4 0,14-6-2 0,18-1 2 0,12 7 2 0,-12 0 0 0,-19 6-3 0,-25 0-1 0,-31 0 1 0,-19-7-1 0,-6 7 0 0,-13-6 1 0,-18 0 0 0,-13 0-1 0,-6-1-1 0,6 1-1 0,-13 0-19 0,1 12-33 0,-1 7-43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7051 1978 15 0,'0'-19'34'0,"6"6"-10"0,-6 1-6 0,0 12-15 0,0 19 0 0,6 12 5 0,7 25-1 0,6 19-1 0,-13 13 0 0,-6 6 2 0,0-13-3 0,0-12-1 0,0-13-2 0,12-5 2 0,-5-20-2 0,-7 0 0 0,0-6 1 0,0-6-3 0,6-7 1 0,13-5 1 0,-1-1 1 0,7-6-2 0,13 0-1 0,12 0 1 0,19 0-2 0,18-6 1 0,7 6 0 0,13-7 1 0,-7 7-2 0,12 0 0 0,14-6 2 0,-14 0 0 0,-18 6-1 0,-25 0 1 0,-7 0-1 0,7-6-1 0,13-1 2 0,-7 7-1 0,0-6 2 0,-13 6-3 0,1-6 1 0,-13 6 1 0,0 0-1 0,-13-6 1 0,-5 6-1 0,-7 0 1 0,-6 0 0 0,-1 0-1 0,1 0-1 0,-13-7-111 0</inkml:trace>
  <inkml:trace contextRef="#ctx0" brushRef="#br0">6957 1890 33 0,'0'0'0'0,"6"-19"27"0,7 19-17 0,6-6 7 0,24 0-5 0,20-7-1 0,31 1-4 0,12 5-5 0,32 7-1 0,12-6 3 0,13 0-2 0,-1 6-1 0,1 12 0 0,-32-5-2 0,-12-1 3 0,-13-6-2 0,-12 0 2 0,-6 0-2 0,-19 0 1 0,-7 6 0 0,-18 1 0 0,-19-1-1 0,-12 0 1 0,5-6 0 0,7 0-1 0,-18 0-1 0,5 6 2 0,1 1-1 0,-1-1 0 0,-6 0 0 0,7 13 0 0,0 6 0 0,-1 0 0 0,7 6 0 0,-7 7 0 0,-5 6-1 0,-1 6 3 0,0 12-3 0,0 7 2 0,-6 0-2 0,-6-6 2 0,0 5-2 0,6-11 1 0,0-1 3 0,-6-6-1 0,-1-19 3 0,1-18 2 0,6-7-4 0,0-6 0 0,6-6-118 0</inkml:trace>
  <inkml:trace contextRef="#ctx0" brushRef="#br0">3416 7980 40 0,'0'0'0'0,"-6"7"15"0,6-7 11 0,0 0-8 0,6-7-8 0,13 1-3 0,25 0-1 0,12 0-2 0,0-1-3 0,7 7 0 0,-1 0 0 0,7 7-1 0,-6-1 0 0,-7 0-2 0,-12-6 2 0,6 6 2 0,0-6 0 0,6-6-2 0,7 6 0 0,-7 0 0 0,-6-6 1 0,0 6-2 0,-6-13 4 0,6 7 1 0,-19 6-2 0,1 6 0 0,5-6 0 0,-6 0 0 0,-12-12-1 0,0-1-5 0,-19 13-33 0,-13 0-59 0</inkml:trace>
  <inkml:trace contextRef="#ctx0" brushRef="#br0">4342 7818 41 0,'-13'-7'12'0,"13"7"14"0,7 7 5 0,11 5-22 0,14 1-5 0,-1-1 0 0,-6 1 0 0,0-1-1 0,0-5-2 0,-12-1 1 0,5 0 1 0,-5 7 2 0,-13-13-2 0,0 0 3 0,-6 6-1 0,-7 19-4 0,-12 12 0 0,6-5 0 0,0-1 4 0,7 0-1 0,-1 1-1 0,1-14-1 0,6-5 1 0,6-13-3 0,0 6 4 0,0-6 1 0,6-12-85 0,0 5-10 0</inkml:trace>
  <inkml:trace contextRef="#ctx0" brushRef="#br0">2240 5915 14 0,'0'-6'46'0,"0"-1"-26"0,0 1 2 0,0 6-14 0,0 6-2 0,6 38 8 0,7 25-3 0,-7 12-3 0,-6 1-3 0,0-7 0 0,0-19-1 0,0 1-1 0,0-14-3 0,-6-24 3 0,6-13-1 0,0-18-53 0,-7-13-44 0</inkml:trace>
  <inkml:trace contextRef="#ctx0" brushRef="#br0">2196 5896 21 0,'-13'-6'15'0,"7"12"1"0,-13 19 16 0,13 6-8 0,0 7-9 0,0 6-7 0,6-7-2 0,-7-12-1 0,1-12-1 0,6-7 3 0,0-18-2 0,0-20-4 0,19-5-1 0,0 5 3 0,-7 1-2 0,1 0-1 0,5 0 0 0,-5 6 1 0,-7 12-1 0,-6 13 1 0,6-6-1 0,7 18 1 0,12 7-1 0,0 0 1 0,0-7-1 0,-12-5 1 0,5-1-73 0,-5-6-5 0</inkml:trace>
  <inkml:trace contextRef="#ctx0" brushRef="#br0">6525 8531 5 0,'0'0'0'0,"-6"-19"27"0,0 7 4 0,6-7-1 0,6 7-8 0,0-1-9 0,13 1-9 0,6-1-2 0,13 19-2 0,-20 19-1 0,1 7 0 0,-13 5 0 0,-12-12 4 0,-6 0-1 0,-7-12 1 0,13-7 0 0,6-6 0 0,0-6 0 0,6-19-2 0,19 6 0 0,-6-6-1 0,-1 6 1 0,7 0 0 0,-12 7-1 0,-7-1 1 0,-6 13-1 0,0 0 0 0,-12 13-1 0,-1 12-1 0,13 13 1 0,13-20-1 0,18-11 2 0,7-7 0 0,-20-7 0 0,-5 7 1 0,-7-6 0 0,0-6 0 0,1 5-26 0,-7-12-64 0,6 13 59 0</inkml:trace>
  <inkml:trace contextRef="#ctx0" brushRef="#br0">1201 4945 49 0,'-6'-13'5'0,"0"-6"0"0,6 1 14 0,0-1 3 0,0 6-4 0,0 13-10 0,6 19-3 0,0 12 0 0,0 7-3 0,13-13 2 0,0-6-1 0,0-13-1 0,6-12 2 0,12-26-3 0,-12 14 1 0,-12-1-1 0,-7 0 0 0,-6 0-1 0,-6 1 1 0,0 11-1 0,-1 1 1 0,7 6-1 0,0 6 0 0,0 26-1 0,7 5 2 0,-7 13-2 0,12 19 1 0,1-6 0 0,-7-1 1 0,-6-5-2 0,0-14 2 0,-13-18 0 0,7-12 2 0,-6-13-1 0,-7-19-1 0,13-12 0 0,-1 0 1 0,7-32-1 0,13 7-2 0,12 12 1 0,0 13 0 0,6-1 0 0,0 13 2 0,1 7-2 0,-13 6 1 0,-13 6-2 0,-6 0-22 0,-6 6-97 0</inkml:trace>
  <inkml:trace contextRef="#ctx0" brushRef="#br0">5837 5539 63 0,'-6'-18'2'0,"6"-1"-1"0,19-6 22 0,-1 18-7 0,-11 14-5 0,-7 18-3 0,12 0-4 0,7-6-2 0,0-13 0 0,12-19 0 0,-12-12 1 0,0 0-2 0,-7 0-1 0,7 6 1 0,-13 1-1 0,-6 5 1 0,0 7-1 0,-6 12 0 0,6 13 0 0,6 18 0 0,19 20-1 0,0 12 0 0,-12-1 2 0,-1-11 0 0,-6-20 1 0,-12-12 2 0,-13-12-2 0,-6-13 2 0,0-25 1 0,7-13-1 0,11 1-2 0,14-13-1 0,11 0-17 0,20 6-43 0,-7 13-22 0</inkml:trace>
  <inkml:trace contextRef="#ctx0" brushRef="#br0">6256 5358 91 0,'0'-7'7'0,"7"-5"-5"0,11-7 5 0,14 7-12 0,-1-1-31 0,-12 7-18 0</inkml:trace>
  <inkml:trace contextRef="#ctx0" brushRef="#br0">6313 5433 72 0,'-7'6'9'0,"-5"0"-3"0,18-6 10 0,32-25-12 0,18-6-15 0,-6 6-40 0,-44 25 20 0</inkml:trace>
  <inkml:trace contextRef="#ctx0" brushRef="#br0">6469 5239 54 0,'0'-13'14'0,"-6"-12"-8"0,18 6 9 0,7 1-1 0,6 5-3 0,6 26-1 0,-6 12-5 0,-12 0-3 0,-13 0-1 0,-6 0 1 0,-13-19 0 0,13-6 2 0,6-19-4 0,31-12 0 0,0 6-1 0,-6 0 1 0,-12 0 1 0,-7 6-1 0,-6 7 1 0,0 12-2 0,-13 25 1 0,-12 12 1 0,13 1-1 0,12-13 1 0,12-13 1 0,26-12-1 0,-1-6 0 0,-18 0 0 0,-12-7-2 0,-1 7-48 0,-6 6-18 0</inkml:trace>
  <inkml:trace contextRef="#ctx0" brushRef="#br0">7307 2685 28 0,'-18'0'11'0,"-20"-6"8"0,13-1-3 0,13-5-2 0,5 6-6 0,20 6-5 0,12 0-2 0,19-7 1 0,31 7-4 0,25-6 3 0,31-6 4 0,19 5-4 0,7 7 2 0,-1 7 4 0,1-7-4 0,-7 0-2 0,6 0 1 0,-18 6 0 0,-32-6 0 0,-25 6 0 0,-31-6 0 0,-37 0 0 0,-19-6-1 0,-32 0 0 0,-24-1-2 0,-38 7 3 0,-19 0-2 0,-44 0 0 0,-18 7-1 0,-7-1-1 0,31 6-1 0,14-5 1 0,5 5 1 0,13-6 0 0,25-6-1 0,25-6 1 0,6 6-2 0,6 0 0 0,7 6-1 0,12 1 3 0,32-1 0 0,5 0 0 0,26-6 0 0,37-6 0 0,26-7 1 0,162-5-1 0,-100 5 4 0,0 1-3 0,24-1 2 0,-5 7 2 0,6 6-2 0,-25-6 0 0,-13-1 0 0,-18 7-1 0,-19-6-2 0,-19 6 2 0,-31 0 0 0,-19 0 0 0,-19 0 0 0,0 0-1 0,-6 0 0 0,0 0-2 0,-19 25-15 0,7-19-55 0</inkml:trace>
  <inkml:trace contextRef="#ctx0" brushRef="#br0">9610 3499 40 0,'0'0'0'0,"-13"0"14"0,13-7 5 0,0-5-2 0,6 6-7 0,1 6-9 0,5-7 2 0,13 7-1 0,0 7 1 0,13-7-1 0,12 0 3 0,6 0-3 0,0 6 0 0,-6 0-1 0,7 0 1 0,12 1 1 0,6-7-1 0,19 0-1 0,-13 0-2 0,-6 6 2 0,-6-6-2 0,0 0 4 0,12 0-2 0,6 0 1 0,1 0-4 0,-7 0 4 0,-6 0-1 0,-6 0 0 0,13 0 0 0,-14-6 0 0,1 6-2 0,6 0 1 0,0 0 0 0,1 0 2 0,-1-7-2 0,-7 7 1 0,1-6-1 0,0 6-2 0,-13-6 3 0,1 0-1 0,-14 6 1 0,14 0-1 0,-13-7 0 0,-7 7 1 0,-12 0 0 0,-6 0 2 0,-13 0-1 0,0 0 0 0,-6 0-11 0</inkml:trace>
  <inkml:trace contextRef="#ctx0" brushRef="#br0">13514 1408 4 0,'0'-6'15'0,"0"-7"-4"0,0 7-1 0,0 0 2 0,0 6-2 0,-7-6-1 0,1 6-1 0,-6 0-2 0,5 0-2 0,-5 6 1 0,-1 6-2 0,-5 32 4 0,18-19-6 0,0 0-1 0,0 13 0 0,6 12 4 0,0 12 0 0,-6 14-2 0,6-14 0 0,-6-18 3 0,-12-19 4 0,-13-6-1 0,-7-13-4 0,7 0-2 0,13-18-44 0,12 6-45 0</inkml:trace>
  <inkml:trace contextRef="#ctx0" brushRef="#br0">13307 1709 33 0,'-6'-13'11'0,"0"1"-6"0,37-20 6 0,25 7-11 0,19 0-8 0,-18 19-41 0</inkml:trace>
  <inkml:trace contextRef="#ctx0" brushRef="#br0">13733 1346 23 0,'-13'0'4'0,"-18"25"19"0,-13 50-6 0,13 19-7 0,24-13-7 0,32-31-2 0,13-12-1 0,0-20-27 0,-13-18-25 0</inkml:trace>
  <inkml:trace contextRef="#ctx0" brushRef="#br0">13776 1477 21 0,'-18'-6'21'0,"18"-7"-7"0,12 7-4 0,13 12-6 0,13 7 0 0,-26 12 2 0,-6 0 3 0,-18 0-1 0,-7 6-2 0,-6-6-2 0,0 0-1 0,13 0-2 0,12-19-1 0,6 1 1 0,19-1-1 0,6-19 1 0,7-5-6 0,-13-1-31 0,-7 6-33 0</inkml:trace>
  <inkml:trace contextRef="#ctx0" brushRef="#br0">13739 1602 22 0,'0'0'0'0,"-13"0"20"0,13-6-3 0,25-7-11 0,25-5-6 0,19-1-29 0,-50 13-2 0</inkml:trace>
  <inkml:trace contextRef="#ctx0" brushRef="#br0">13964 1383 31 0,'19'-6'6'0,"31"31"18"0,-19 50-5 0,-18 0-9 0,-45 0-4 0,-5-18-13 0,12-14-44 0,19-43 18 0</inkml:trace>
  <inkml:trace contextRef="#ctx0" brushRef="#br0">14246 1414 33 0,'0'-6'19'0,"6"-6"-18"0,31-1 3 0,20 7-1 0,-14 18-41 0,-43-12 19 0</inkml:trace>
  <inkml:trace contextRef="#ctx0" brushRef="#br0">14214 1521 33 0,'-31'6'12'0,"25"0"11"0,37-18-18 0,63-26-9 0,25 1-61 0</inkml:trace>
  <inkml:trace contextRef="#ctx0" brushRef="#br0">14590 1252 17 0,'0'-19'17'0,"25"0"-3"0,6 7-3 0,13 12-3 0,-25 18-1 0,-13 20 2 0,-12-1-2 0,-19 1 1 0,-7 6-2 0,-5-7-1 0,5-5-2 0,20-7-2 0,12-13 0 0,19-6-1 0,12-12 1 0,13-6-2 0,6-1 0 0,0 1-13 0,-6-1-48 0,-38 7 33 0</inkml:trace>
  <inkml:trace contextRef="#ctx0" brushRef="#br0">14521 1408 29 0,'-19'-6'14'0,"50"-7"8"0,38-12-14 0,19 13-9 0,-26-1 4 0,-24 1-1 0,-7 12-27 0,-18 0-25 0</inkml:trace>
  <inkml:trace contextRef="#ctx0" brushRef="#br0">13495 2234 10 0,'0'0'1'0,"6"-12"6"0,0 6 3 0,-6-1 2 0,-6 7-2 0,0-6-2 0,-13 6 0 0,-6 0-1 0,6 13-2 0,-12 5 0 0,12 14-4 0,7-1 1 0,5 13-2 0,7-19 2 0,0-6-2 0,7-13-1 0,18-12 3 0,6-13-2 0,7-13 0 0,5-11 0 0,-11 11 0 0,-14 1 0 0,-11 6 0 0,-7-19 0 0,-7 0-1 0,1 7 2 0,-6 6-1 0,5 12 0 0,7 19-1 0,0 6 0 0,7 50 3 0,-1 26 0 0,6 5 0 0,1-12 0 0,-7-37 1 0,-6-19-2 0,0-13 0 0,0-12-46 0,0-19-7 0</inkml:trace>
  <inkml:trace contextRef="#ctx0" brushRef="#br0">13851 1990 17 0,'0'-31'11'0,"-12"6"6"0,-7 19-4 0,-12 12 0 0,0 31-6 0,12 26-2 0,13 25-2 0,18 6 1 0,1-13-1 0,-7-25 0 0,-12-18 0 0,-7-19-26 0,-6-13-47 0</inkml:trace>
  <inkml:trace contextRef="#ctx0" brushRef="#br0">13651 2241 23 0,'0'0'0'0,"0"-25"24"0,44-13-12 0,25 13-14 0,-7 6-20 0,-30 19-13 0</inkml:trace>
  <inkml:trace contextRef="#ctx0" brushRef="#br0">13407 2622 38 0,'-19'0'4'0,"7"0"14"0,43-12-9 0,44-19-3 0,32-7-3 0,5-6-3 0,-18 19 0 0,-50 13-6 0,-25 18-32 0,-19 0 6 0</inkml:trace>
  <inkml:trace contextRef="#ctx0" brushRef="#br0">13670 2741 25 0,'0'0'0'0,"-13"-6"8"0,13-25 7 0,-6 12-8 0,-13 6 4 0,-24 20-4 0,-7 24-1 0,12 0-4 0,7 7-2 0,25-7-1 0,12-6 1 0,13-6-2 0,6-19 0 0,6-13 2 0,0-24 1 0,-6-7-1 0,-6-6 0 0,-13 6 1 0,-6 0 0 0,-12 26 5 0,5 18 2 0,1 37-6 0,-6 45 0 0,12-1-2 0,12-18-2 0,1-26-28 0,5-31-35 0</inkml:trace>
  <inkml:trace contextRef="#ctx0" brushRef="#br0">13714 2660 33 0,'0'0'4'0,"0"-19"11"0,19 7 3 0,24 12-11 0,-11 18 0 0,-20 20-2 0,-24 6 0 0,-7 0-1 0,0-7-2 0,13-12-2 0,18-6 0 0,7-19 1 0,19-19-13 0,-1-18-37 0,-18 24 15 0</inkml:trace>
  <inkml:trace contextRef="#ctx0" brushRef="#br0">13720 2760 23 0,'-6'0'21'0,"-7"0"-3"0,32-25-12 0,50-6-7 0,25-7-62 0</inkml:trace>
  <inkml:trace contextRef="#ctx0" brushRef="#br0">14214 2228 47 0,'-25'-6'16'0,"19"0"10"0,6-1-20 0,38 1-7 0,24-13-13 0,-18 19-34 0,-38 0 19 0</inkml:trace>
  <inkml:trace contextRef="#ctx0" brushRef="#br0">14171 2297 25 0,'-26'12'21'0,"20"-5"6"0,44-20-18 0,49-31-9 0,7 19-44 0,-75 25 9 0</inkml:trace>
  <inkml:trace contextRef="#ctx0" brushRef="#br0">14602 1859 14 0,'0'-38'29'0,"6"19"-2"0,-6 13-4 0,0 6-16 0,0 31-2 0,0 13 0 0,0-6-2 0,7-13 1 0,-7-6-1 0,6-7 0 0,-6 1-1 0,0-13 0 0,0 0 0 0,0 0-1 0,0 6-1 0,0-6 1 0,0-6-31 0,0-13-61 0</inkml:trace>
  <inkml:trace contextRef="#ctx0" brushRef="#br0">14621 2103 23 0,'-6'0'11'0,"-32"12"8"0,-6 7 6 0,13 0-3 0,19-19-16 0,37 0-3 0,37-19-1 0,26-12-2 0,-19 12 0 0,-32 13 3 0,-24 6 0 0,-26 0 2 0,-37 19-6 0,-19 12 3 0,-12 0-3 0,25-6 2 0,24-18 2 0,26-7-1 0,31-7-2 0,31-18-1 0,7 6 2 0,-13 13-2 0,-31 0 1 0,-19 6 4 0,-6-6-28 0,-1 6-63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7107 2460 44 0,'-19'-19'12'0,"7"38"-12"0,6 6 4 0,18 12 4 0,7 7-2 0,6-25-1 0,6-19 2 0,32-31-4 0,24-13-2 0,13 0-2 0,1 6 2 0,-14 7 1 0,-31 12 0 0,-24 1 1 0,-20 11-2 0,1 14-73 0</inkml:trace>
  <inkml:trace contextRef="#ctx0" brushRef="#br0">8071 3280 12 0,'-7'-7'16'0,"7"1"-2"0,0-6 6 0,7-1-7 0,-7 7-6 0,0 6-4 0,6 12 1 0,6 13-1 0,7 0 0 0,-6 7-1 0,-1-20 1 0,1 1-2 0,-1-1 1 0,7-18 0 0,12 0-1 0,-6-13-1 0,7-6 1 0,5-6 2 0,13-1-3 0,0 1 1 0,0 12-2 0,-18 1 3 0,-7-1-1 0,-19 6 3 0,0 1-4 0,7-7-82 0</inkml:trace>
  <inkml:trace contextRef="#ctx0" brushRef="#br0">8164 3993 0 0,'0'6'6'0,"0"1"5"0,0 5-1 0,0 1 0 0,0-1-1 0,0-5-4 0,7 11-1 0,-7-5-1 0,0 6 1 0,6-19 2 0,6 0-1 0,14-13-3 0,17-12-1 0,1-12 3 0,6-1 5 0,-6 13-1 0,-7 6-3 0,-11 7-3 0,-14 5-11 0,-6 7-66 0</inkml:trace>
  <inkml:trace contextRef="#ctx0" brushRef="#br0">9466 4663 3 0,'0'0'5'0,"0"-6"-1"0,0 12 2 0,0-6-5 0,0 6 6 0,0-6 0 0,0 0-7 0,0 0 6 0,0 0 6 0,0 0-12 0,0 6 4 0,0-6-4 0,0 0 9 0,0 0-9 0,0 0 0 0,6 0-5 0,-6 7-22 0,0-7 1 0</inkml:trace>
  <inkml:trace contextRef="#ctx0" brushRef="#br0">9466 4657 0 0,'0'0'6'0,"0"0"14"0,6 0-3 0,-6 0-13 0,6 0-1 0,1 0 0 0,-1 6 0 0,0 6-1 0,0-5-1 0,1-1 0 0,-1 7 1 0,0-1 0 0,0-6-1 0,1 1-2 0,-1 5 2 0,0-6-1 0,0 1 1 0,-6-7 0 0,7 0 1 0,-1 0-1 0,6 0 0 0,1-7 0 0,-1-5-1 0,7-7 2 0,0 0-1 0,0 0-1 0,6 7 0 0,-6-7 1 0,6 7-1 0,0-7 0 0,-7 6 0 0,-5 7 0 0,-1-6 1 0,1 5-1 0,-7 1 3 0,-6 0 1 0,6 0-2 0,-6 6-5 0,7 0-38 0,-7 0 10 0</inkml:trace>
  <inkml:trace contextRef="#ctx0" brushRef="#br0">8765 3223 39 0,'-12'-18'9'0,"-1"5"1"0,26 1-2 0,5-7 5 0,26-6-5 0,31 6-5 0,19 19-2 0,19 19-1 0,-7 31-1 0,0 19 3 0,-6 25-3 0,7 6-2 0,-32 19 2 0,-38 18 3 0,-43-12 1 0,-25-18 6 0,-19-13-4 0,12-13 1 0,1-12-5 0,12-13 1 0,12-24 0 0,7-20-5 0,0-12-19 0,6-25-12 0,-7-19 23 0,1 0 9 0,-6 13 5 0,-7-6 5 0,6-1 6 0,7 26-4 0,6 5-7 0,6 14 3 0,-6 24 1 0,7 13-1 0,-1 12-2 0,-6 7-2 0,6-20 0 0,13-5 0 0,0-32 1 0,18-12 0 0,7-25-1 0,6-1-2 0,-12 7 1 0,-20 13 0 0,-18 6 0 0,0 6-29 0,0 0-55 0</inkml:trace>
  <inkml:trace contextRef="#ctx0" brushRef="#br0">11856 3968 63 0,'-13'-12'3'0,"-6"5"2"0,26 7 3 0,18 7 6 0,31-1-3 0,32 0-5 0,5 0-3 0,-18 1-1 0,-31-1-1 0,-31 0 2 0,-7 0-23 0,-43 13-65 0</inkml:trace>
  <inkml:trace contextRef="#ctx0" brushRef="#br0">11856 4043 55 0,'0'-6'2'0,"-13"-32"13"0,7 20 4 0,6 5-6 0,0 13-9 0,0 19-1 0,12 6-1 0,13 6 1 0,19-6-1 0,0 7-1 0,-6 5-1 0,-32 1 2 0,-19 12-1 0,-30 0 1 0,-14 6 0 0,20-12-1 0,30-6 0 0,26-13 1 0,37-7-1 0,13 1 0 0,-6-13-1 0,-26 1 1 0,-24-7 1 0,-7 0-1 0,-6 6 1 0,-6-6-16 0,12 12-99 0</inkml:trace>
  <inkml:trace contextRef="#ctx0" brushRef="#br0">12575 4281 35 0,'-44'-12'13'0,"7"12"-4"0,12 0 12 0,19 0-9 0,37 0-1 0,56-7-9 0,39 1 2 0,11 6-1 0,-24 0 0 0,-38 0 0 0,-31-6 0 0,-26-19 1 0,-24-6-2 0,-25 5-1 0,6 20-1 0,31 19-3 0,32 37 3 0,-1-13-1 0,-43 1 2 0,-50-13-4 0,-7 0-57 0,57-19 4 0</inkml:trace>
  <inkml:trace contextRef="#ctx0" brushRef="#br0">13313 4181 68 0,'7'-44'12'0,"5"13"1"0,1 31 0 0,-13 19-11 0,0 18 0 0,0-12 0 0,6-6 0 0,25-13 1 0,19-24-1 0,0-20-2 0,-6 7 1 0,-19 18-1 0,-25 13-2 0,0 25 2 0,-6 44 0 0,6 25 0 0,6 12 1 0,-18-6-1 0,-13-37 1 0,-13-44 5 0,-6-50 4 0,25-26-4 0,19-5-4 0,38-1-3 0,25 7-2 0,-1-1-47 0,-37 20-32 0</inkml:trace>
  <inkml:trace contextRef="#ctx0" brushRef="#br0">13539 3737 69 0,'0'-7'8'0,"-50"26"-1"0,6 31 4 0,6-6-1 0,26-31 1 0,5-26 3 0,26-37-11 0,19-6-4 0,-19 37 0 0,-1 31-1 0,7 20 1 0,25-1 0 0,-12 6-66 0,-32-30 24 0</inkml:trace>
  <inkml:trace contextRef="#ctx0" brushRef="#br0">11330 6747 43 0,'0'-6'2'0,"6"-6"2"0,7-1 13 0,-13 7-1 0,0 6-5 0,6 6-4 0,0 13-3 0,7 12-2 0,-1-12 0 0,1 0-1 0,-7-7 1 0,-6-12 0 0,6 0 2 0,7-12-1 0,25-7-2 0,5-12 0 0,14 6 0 0,-14 0-1 0,-11 6 1 0,-14 6 3 0,-11 1-1 0,5-7-2 0,1 6-2 0,-7 13-50 0,-6 13-19 0</inkml:trace>
  <inkml:trace contextRef="#ctx0" brushRef="#br0">5243 7511 37 0,'-38'0'8'0,"13"-6"6"0,13 12 1 0,12-6-8 0,0 6-2 0,25 0-4 0,19 1 3 0,18-1 2 0,13 0-3 0,19 7-2 0,-13-1 0 0,32 1-1 0,31-7 1 0,-13-6 1 0,13 0-2 0,-6-6 1 0,-1 6 0 0,1-6-3 0,-19-1 2 0,-19 7 1 0,-31 0 5 0,-25 0 0 0,-19-6-4 0,-7 6-1 0,1 0-103 0</inkml:trace>
  <inkml:trace contextRef="#ctx0" brushRef="#br0">2909 8237 8 0,'-6'0'14'0,"0"-6"11"0,-1 6-9 0,7 0-5 0,0 0-6 0,0 0-1 0,0-6 0 0,13 6 0 0,-1 6-1 0,1 0-2 0,12-6 0 0,6 6 1 0,-6-6-2 0,13 0 0 0,-1-6-1 0,7 6 2 0,12 0-1 0,1-6 0 0,-1 6 0 0,7 0 1 0,12-6-1 0,0-1 1 0,0 7-1 0,6 0 0 0,-6 0 0 0,0-6 0 0,0-6 0 0,-6 12 1 0,-12-7-2 0,-14 7 1 0,-11 0 1 0,-26 0 0 0,-6 0 1 0,-13 0-1 0,-30 0 0 0,-14 7 0 0,-24-1-2 0,-13-6 3 0,-6 6-1 0,-19 0 0 0,-6 1-1 0,0-1 1 0,12-6-1 0,7 0 1 0,18-6 0 0,13-1-1 0,19 7 1 0,12 0-1 0,25 0 0 0,13-6 0 0,6 6 0 0,13 0-1 0,5 0 1 0,20 0 0 0,12 6 0 0,6-6 0 0,19-6 0 0,7 0 0 0,5 6 0 0,1 0-1 0,-1 0 1 0,1-6 2 0,-13 6-2 0,6 0-1 0,-12-7 1 0,-6 1 0 0,-13 0 0 0,-19 6-1 0,-12-7 1 0,-7 1 0 0,-12 6 1 0,0 0-1 0,0 0 0 0,-6 0 1 0,6 0 0 0,0 0-1 0,0-6 0 0,0 6 0 0,6 0 0 0,-12 0 0 0,6 6-1 0,0-6 2 0,0 0 0 0,0-6-2 0,0 12 3 0,0-12-2 0,-6 6 0 0,0-6-1 0,-1 6 1 0,1 0 0 0,0 0 1 0,12 0-2 0,-6 0 1 0,0 0 0 0,6 6-7 0,-6-6-7 0,7 0-18 0,5-6-22 0</inkml:trace>
  <inkml:trace contextRef="#ctx0" brushRef="#br0">6319 8112 15 0,'-6'0'8'0,"-1"0"3"0,-5 0 0 0,12 0-2 0,-6 6 0 0,6-6-5 0,0 6-2 0,6 1-1 0,6-7 2 0,7 0 0 0,6 0-1 0,19 6 2 0,6 0-3 0,13-6-2 0,5 0 1 0,14 0 0 0,-13 0 1 0,24 0-1 0,-18-6 1 0,32 6-3 0,-26 6 2 0,7-6-1 0,-19 6 1 0,6-6 0 0,-13 0-2 0,1 0 1 0,-19 0 3 0,-19 0 4 0,-13 0-3 0,-6 7 0 0,-6-7 4 0,0 0-2 0,-6 0-4 0,6 0-14 0,6 0-71 0</inkml:trace>
  <inkml:trace contextRef="#ctx0" brushRef="#br0">3297 8825 20 0,'0'0'0'0,"0"0"5"0,0 0 13 0,6 0-9 0,13 0 0 0,12 7-5 0,26-7-3 0,5-7 1 0,13 7 2 0,19 0-4 0,13-6 0 0,18 0 1 0,12 0-2 0,1 6-1 0,-7-7 2 0,1 1 1 0,-20 0 2 0,-24 6 0 0,-38 0-1 0,-31 6 0 0,-19-6-8 0,0 0-65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2828 3605 9 0,'-19'-6'13'0,"13"6"-6"0,6 0 8 0,-6 0 4 0,-1 0-6 0,7 0-6 0,19 0-3 0,12 0 0 0,7 0-1 0,18-6 1 0,1 6-1 0,5 0-2 0,1 0 1 0,-13 0 0 0,0-7 4 0,-19 1-1 0,-6 6-3 0,0-6-3 0,0 6-20 0,-12-6-24 0,-13 6 8 0</inkml:trace>
  <inkml:trace contextRef="#ctx0" brushRef="#br0">3134 3474 30 0,'-6'-7'17'0,"0"1"1"0,12 0-7 0,0 6-2 0,1 0 0 0,18 12-5 0,0-5-1 0,12 11-2 0,-5-5 1 0,-1 12 1 0,-6-12-1 0,-6-1-1 0,-7-12 2 0,-12 6-1 0,0-6 1 0,0 7-1 0,-12 5 1 0,-1 7-3 0,-12 6 2 0,-6 0-2 0,6 6 1 0,0-18 1 0,18 6 1 0,-5-13-1 0,12 0 2 0,-6-6-3 0,12-6-65 0,-6 12 16 0</inkml:trace>
  <inkml:trace contextRef="#ctx0" brushRef="#br0">9741 3768 4 0,'0'0'4'0,"-6"-6"9"0,6-7-2 0,6 1 13 0,7 12-10 0,-7 6-9 0,0 13-2 0,-6 12 1 0,0 0-1 0,0 1-1 0,6-7 0 0,1-7-1 0,-7-11 1 0,0-1-1 0,0-6 0 0,6 6 1 0,0-6-1 0,13 0-1 0,0 0 1 0,12 0-1 0,6 0 0 0,14 0 0 0,5 6 1 0,19-6-1 0,12 7 1 0,7-7-1 0,6 0 0 0,1-7 0 0,5 7 2 0,6-6-2 0,7 6 2 0,-12 0-2 0,-1 0 1 0,7 0 0 0,6 6 0 0,6-6-2 0,-6 0 3 0,-7 7 0 0,-5-1-2 0,-20-6 0 0,-6 0 1 0,1-6 0 0,-1-1-1 0,-18 7 0 0,-13 0 0 0,-13 0 0 0,1-6 1 0,-7 6 0 0,-12 0 0 0,-19 0 0 0,0 0-4 0,-6-12-23 0,-1-1-13 0,1 7 4 0</inkml:trace>
  <inkml:trace contextRef="#ctx0" brushRef="#br0">12244 3755 6 0,'0'0'6'0,"6"-12"20"0,-6 6-7 0,0-1-6 0,0 7-7 0,0 0-1 0,0 19 3 0,-6 6-1 0,6 0-2 0,0 0-2 0,0 7-1 0,0-14-1 0,0 1 1 0,0-6-1 0,-7-7 2 0,7-6 0 0,0 0 0 0,0 0-1 0,-6 0 0 0,6-13-2 0,0 1-44 0,0 6-19 0</inkml:trace>
  <inkml:trace contextRef="#ctx0" brushRef="#br0">11330 2522 25 0,'0'0'0'0,"0"-6"3"0,6 0 6 0,1-7 6 0,-7 7-2 0,0 0-6 0,-7 6-3 0,-11 0 0 0,-1-7 1 0,-6 7-1 0,-13 13 2 0,20-1-6 0,-7 7 2 0,12 0-1 0,7 0-1 0,-1 0 0 0,14-1 1 0,5 1 0 0,13 0-1 0,7 6 1 0,-1 6-5 0,0 13 4 0,-18-25 0 0,-7-7 2 0,-31-5 6 0,-13-1 3 0,1-6-7 0,12 0 0 0,12-6-3 0,7-1 1 0,6 7-2 0,0 0-11 0,-6 7-40 0,6-7-9 0</inkml:trace>
  <inkml:trace contextRef="#ctx0" brushRef="#br0">11568 2497 14 0,'0'0'7'0,"6"-12"0"0,0 5 8 0,1 1 1 0,-7 0-6 0,0 0-1 0,0-1-2 0,-7 7-4 0,-11 0 0 0,-7 0 1 0,0 7-1 0,0-1-2 0,12 6 0 0,1 1-1 0,5 6 0 0,7 0 0 0,0-7 1 0,25 1 0 0,7-1-1 0,-7 7 0 0,-13 6 0 0,-6 0 0 0,-6 0 0 0,-6-6 2 0,-19-13 4 0,-6 0 1 0,0-6-4 0,18 0-2 0,7 0 0 0,6 0 1 0,6 7-3 0,0-1-21 0,13-6-27 0,-6 0 7 0</inkml:trace>
  <inkml:trace contextRef="#ctx0" brushRef="#br0">11743 2472 10 0,'0'-6'11'0,"0"-7"0"0,6 1 4 0,-6 6 0 0,0-1-4 0,0 1-3 0,0 12-7 0,0 1 1 0,0 11 1 0,0 1 2 0,-6 12 0 0,0 1-1 0,0 5-3 0,-7-5-1 0,13-7 0 0,0-7 3 0,13 1-1 0,-1-13 0 0,1-6 0 0,5 0-1 0,7-6 0 0,0 6 0 0,0-6-2 0,-6 0-12 0,-6-1-22 0,-7 1-19 0</inkml:trace>
  <inkml:trace contextRef="#ctx0" brushRef="#br0">11724 2554 23 0,'0'0'0'0,"-6"-7"13"0,37 1-5 0,-6 0 9 0,7 0-5 0,-1-1-8 0,-19 7-6 0,-5 0-18 0,-7-6-32 0</inkml:trace>
  <inkml:trace contextRef="#ctx0" brushRef="#br0">11756 2428 30 0,'-7'-12'15'0,"32"-1"-13"0,7 1 7 0,-1 6 5 0,0-1-2 0,-12 1-4 0,-13 0-4 0,-6 6-3 0,0 0 0 0,-6 0-1 0,0 0-5 0,-1 12-34 0,1-5-3 0</inkml:trace>
  <inkml:trace contextRef="#ctx0" brushRef="#br0">10260 3743 14 0,'0'0'3'0,"-31"-6"18"0,6-1 7 0,0-5-13 0,12-1-6 0,39 7-8 0,42 0 2 0,39 6-3 0,-1 0 0 0,-43 6 1 0,-51-6 4 0,-31 0 3 0,-43 0-7 0,-32 13 1 0,0-7-1 0,0 0 0 0,38-6-1 0,43 0 2 0,38-6-1 0,32-7-1 0,30 7 0 0,7 0 0 0,-31 0-1 0,-19 6 3 0,-26-7-1 0,-11 1 1 0,-14 6-7 0,-24 13-95 0</inkml:trace>
  <inkml:trace contextRef="#ctx0" brushRef="#br0">10373 2985 30 0,'0'-6'13'0,"6"-13"-9"0,0 13 2 0,-6 25 3 0,0 12-7 0,13-6 1 0,6-18 4 0,25-14-5 0,-19-12 1 0,0 1-1 0,-13-7-3 0,-12 6 2 0,6 13-1 0,-6 6-1 0,0 43 3 0,0 26 4 0,0 25-2 0,7-12-2 0,-7-32 1 0,-13-38 7 0,-18-12 0 0,0-25-6 0,5-6-2 0,26 0 0 0,38-13-1 0,18 0-8 0,-6 0-56 0,-43 38 24 0</inkml:trace>
  <inkml:trace contextRef="#ctx0" brushRef="#br0">10504 2748 55 0,'0'0'0'0,"-50"25"3"0,6 25 6 0,26-25 11 0,5-19-5 0,13-25-7 0,19-18-6 0,12-1-1 0,7 26-2 0,-13 24 0 0,0 13 1 0,19 6 2 0,24-18-7 0,-30 6-70 0</inkml:trace>
  <inkml:trace contextRef="#ctx0" brushRef="#br0">10942 3017 78 0,'0'0'0'0,"-25"-19"3"0,57 13 0 0,43 6-1 0,12 0-16 0,-43 6-52 0</inkml:trace>
  <inkml:trace contextRef="#ctx0" brushRef="#br0">11418 2967 34 0,'0'-13'4'0,"-7"1"9"0,14-1-1 0,-7 7-4 0,0 25-6 0,0 6-1 0,0 0 1 0,12-7 1 0,7-11 1 0,12-14-1 0,-6-11-2 0,-12-1-1 0,6 0 1 0,-13-6 0 0,-6 6-1 0,6 19 0 0,-6 0-2 0,-6 25 3 0,0 25 0 0,-1 13 0 0,-5 6 0 0,6 6 0 0,-7-37 0 0,-18-20 2 0,6-18 1 0,6-18 0 0,19-26-2 0,25 0-1 0,19 6-2 0,-7 20 2 0,-18 5-1 0,-13 7 0 0,-6 0 1 0,0 6-1 0,0 0 0 0,7-7 0 0,-7 7 0 0,6 0 0 0,-6 0-9 0,6 0-28 0,-6 7-10 0</inkml:trace>
  <inkml:trace contextRef="#ctx0" brushRef="#br0">9434 4087 53 0,'0'0'0'0,"-18"-12"20"0,5 12 0 0,13 0-3 0,25 0-13 0,38 0 2 0,-7 0-4 0,-12 6 0 0,-32-6 1 0,-24 0 2 0,-26 0-3 0,-18-6 0 0,12 6 0 0,19 0 0 0,25 0-2 0,32 0 1 0,18 0 0 0,6 0-2 0,-25 0 2 0,-25 0 0 0,-24 0-1 0,-39 0 1 0,-5 0 0 0,30 0-1 0,32 0 0 0,32 0 0 0,5 0 0 0,-18-7 0 0,-13 7 0 0,-6 7-53 0,0-1-23 0</inkml:trace>
  <inkml:trace contextRef="#ctx0" brushRef="#br0">10698 4168 34 0,'-6'-6'6'0,"0"-19"2"0,12 0 11 0,-6 13 1 0,0 5-8 0,0 7-9 0,-6 25 0 0,6-18-2 0,-25 74 3 0,-7 50-1 0,-11 26-1 0,5-32 1 0,13-25 0 0,0-31 0 0,6-13-9 0,13-18-54 0,0-38 11 0</inkml:trace>
  <inkml:trace contextRef="#ctx0" brushRef="#br0">10285 4682 56 0,'0'-13'5'0,"0"13"5"0,13 0 14 0,12 19-14 0,12 6-5 0,-5 19-2 0,-1 0 1 0,0-1-2 0,1-11 0 0,-14-20-1 0,1-5-21 0,-6-26-26 0,-7 0-7 0</inkml:trace>
  <inkml:trace contextRef="#ctx0" brushRef="#br0">10698 4694 55 0,'0'0'0'0,"0"-12"6"0,-6 12 12 0,-19 31 0 0,-13 19-6 0,-12 0-4 0,7-19-3 0,11-5-4 0,14-8-6 0,11-11-88 0</inkml:trace>
  <inkml:trace contextRef="#ctx0" brushRef="#br0">7207 6491 61 0,'0'0'0'0,"-19"-19"10"0,13 6 15 0,19 1-15 0,24-7-3 0,26 13-3 0,12 12-5 0,-13 0 2 0,-30-6 1 0,-26 0 1 0,-25 0-2 0,-31 0 1 0,-19 7 1 0,1-1 0 0,24 0-1 0,25-6-2 0,19 0 1 0,19 0 0 0,31 0-1 0,25-6-1 0,0 0 1 0,-19-1 1 0,-37 7 0 0,-19 0 2 0,0-6 0 0,0 6-1 0,0-6-2 0,0 6 1 0,0 0 0 0,0 0-1 0,0 0 0 0,0 0 1 0,6-6 0 0,-6 6-1 0,0 0 0 0,0 0 0 0,7 0 2 0,-1-7-2 0,0 1 1 0,0 6-2 0,-6 0 2 0,0-6-16 0,7 0-76 0,-1 6 57 0</inkml:trace>
  <inkml:trace contextRef="#ctx0" brushRef="#br0">6675 6278 38 0,'0'0'14'0,"-12"-6"-4"0,12 6 7 0,25 6-5 0,13-6-4 0,5 0-1 0,1 0-1 0,-25-6-3 0,-19-1 0 0,-25 1-3 0,-13 6 1 0,-18 0-1 0,6 6 1 0,12 1-1 0,32-7 3 0,6 0-4 0,38-7 3 0,12 1-2 0,0 6 1 0,-13 0-1 0,-18 6 2 0,-19-6-1 0,-25 7 1 0,-19-1-1 0,0 0-1 0,7-6 1 0,24 0-1 0,20 0 1 0,30 0-1 0,7-6 0 0,-13 6 1 0,-12 0 0 0,-19 0 0 0,0-6 2 0,-6 6-2 0,6 0 0 0,0-7-1 0,0 7 0 0,0 0 1 0,6 0-1 0,-6 0 0 0,0-6 0 0,6 0 0 0,1 6-2 0,-7 0-16 0</inkml:trace>
  <inkml:trace contextRef="#ctx0" brushRef="#br0">7007 5264 26 0,'-6'-19'12'0,"0"7"-9"0,12-1 7 0,-6 1-3 0,0 24 0 0,0 26-4 0,0 18 2 0,0 13 2 0,0 6-2 0,-13 13-1 0,7-1-2 0,0-18 0 0,6-6 1 0,0-7-2 0,0-12 2 0,0 0-1 0,0-7 0 0,-6-12-1 0,-7 6 0 0,7 13-1 0,6 6 2 0,12-6-2 0,1-13 3 0,12-18 0 0,0-7 1 0,19-25-20 0,-1-6-73 0</inkml:trace>
  <inkml:trace contextRef="#ctx0" brushRef="#br0">7038 5170 100 0,'0'-13'3'0,"7"-12"-3"0,30 7 0 0,13 18-6 0,-12 0-68 0</inkml:trace>
  <inkml:trace contextRef="#ctx0" brushRef="#br0">10573 5189 76 0,'0'-7'6'0,"0"-30"-4"0,38 24-2 0,-1 7 0 0,-6 6 2 0,1 13 0 0,-13 24-2 0,-7 13 2 0,-12 138 5 0,0-63-5 0,13 13-1 0,-1 0 0 0,-12-44 1 0,-31-38 1 0,-32-31 4 0,-24-13-4 0,37-12-10 0,43-12-89 0</inkml:trace>
  <inkml:trace contextRef="#ctx0" brushRef="#br0">11149 5276 63 0,'0'-12'6'0,"6"6"-5"0,-12 6 3 0,-32 18 3 0,1 7-2 0,18 0-2 0,25 0-2 0,25 1 0 0,13 5-1 0,-19 0 0 0,-25-12 3 0,-37 0 2 0,-20-7-3 0,20-6-16 0,37-6-63 0</inkml:trace>
  <inkml:trace contextRef="#ctx0" brushRef="#br0">11380 5289 54 0,'0'-13'5'0,"-25"7"7"0,-12 12 0 0,5 19-10 0,26 0-1 0,44 7 1 0,37 37-1 0,-75-51 1 0,-44 1 2 0,-12-6-3 0,24-7-37 0,26-12-18 0</inkml:trace>
  <inkml:trace contextRef="#ctx0" brushRef="#br0">11530 5301 53 0,'13'-18'27'0,"-13"11"-26"0,-6 26 9 0,-19 25-4 0,6-13-2 0,19-6-1 0,19-12 0 0,12-1 1 0,0-12 0 0,0-6-16 0,-24-6-74 0</inkml:trace>
  <inkml:trace contextRef="#ctx0" brushRef="#br0">11499 5326 69 0,'0'0'0'0,"-6"-6"2"0,50-6-1 0,18-1-7 0,-31 13-49 0</inkml:trace>
  <inkml:trace contextRef="#ctx0" brushRef="#br0">11568 5233 43 0,'0'0'0'0,"-38"-19"16"0,51 0-11 0,49 13-9 0,7-1-48 0</inkml:trace>
  <inkml:trace contextRef="#ctx0" brushRef="#br0">11017 5783 47 0,'-25'-6'4'0,"13"-6"9"0,37-13-5 0,50 6-1 0,69-12 9 0,18 24-10 0,-18 1-3 0,-69 0 0 0,-56 6 2 0,-19-7-8 0,-31 7-86 0</inkml:trace>
  <inkml:trace contextRef="#ctx0" brushRef="#br0">11249 5833 48 0,'0'-6'5'0,"0"0"8"0,0 18 11 0,-6 39-14 0,-13-1-4 0,0 0-3 0,0-13 1 0,0-12-7 0,7-6-45 0,6-19-3 0</inkml:trace>
  <inkml:trace contextRef="#ctx0" brushRef="#br0">11186 5859 57 0,'0'-19'4'0,"0"0"9"0,13 13 1 0,12 24-6 0,0 14-2 0,0 5-4 0,0 1 0 0,6-7 0 0,-12-12 0 0,12-7-5 0,-6-5-43 0,-19-7-11 0</inkml:trace>
  <inkml:trace contextRef="#ctx0" brushRef="#br0">11487 5802 50 0,'6'-19'18'0,"-12"26"0"0,-19 36-4 0,-7 26-11 0,13-6-1 0,19-13-86 0</inkml:trace>
  <inkml:trace contextRef="#ctx0" brushRef="#br0">11962 5583 7 0,'0'0'0'0,"-12"0"18"0,5 0-5 0,1-6 3 0,0 6 10 0,6-6-15 0,-7 6-6 0,14 0-4 0,30 0-2 0,20-7 1 0,18 7 1 0,0 0-1 0,-13 0 1 0,-24-6 1 0,-13 0-1 0,-13 0-3 0,-12 6-24 0,0-7-39 0</inkml:trace>
  <inkml:trace contextRef="#ctx0" brushRef="#br0">12162 5439 39 0,'0'0'13'0,"-19"-12"-8"0,19 5 8 0,-6 7 1 0,12 7-10 0,1 5 0 0,18 7-3 0,12 6 2 0,13-6 1 0,-18 6 1 0,-20 0-1 0,-37 6 4 0,-12 7-4 0,-1-13-3 0,19-13 1 0,7 7-21 0,5-6-60 0,7-13 56 0</inkml:trace>
  <inkml:trace contextRef="#ctx0" brushRef="#br0">12500 5427 48 0,'0'-13'14'0,"-6"13"-1"0,6 25 4 0,-6 25-5 0,6 7-6 0,-7-14-3 0,7-24 1 0,-6-13 0 0,6-18 1 0,-6-19-3 0,6-19-2 0,0 12 0 0,0 0 1 0,12 1-1 0,32 6-3 0,-25 49 2 0,-7 20 1 0,-5 6 0 0,-1-19 0 0,-6-13 0 0,6-5 5 0,0-26-3 0,7-13-1 0,6 1-1 0,6 6 0 0,6 6 0 0,-6 19-2 0,-6 25 1 0,-7 7 0 0,-12 5 2 0,-6-5-1 0,0-1-3 0,0-19-50 0,6-5-10 0</inkml:trace>
  <inkml:trace contextRef="#ctx0" brushRef="#br0">12969 5389 64 0,'-18'-12'8'0,"-1"12"1"0,-19 12 8 0,13 7-13 0,13 0-3 0,24 6-1 0,13 12 1 0,13 1-2 0,-19-7 6 0,-19-12 2 0,-38-7-2 0,0-5-18 0,7-14-35 0,25-5-5 0</inkml:trace>
  <inkml:trace contextRef="#ctx0" brushRef="#br0">13119 5402 63 0,'0'-7'6'0,"0"1"8"0,-12 12 7 0,-7 26-12 0,7 5-6 0,5 7 0 0,7-13 0 0,13-6-1 0,12-18 0 0,6-1-6 0,0-12-34 0,-12-7-11 0,-19 1 16 0</inkml:trace>
  <inkml:trace contextRef="#ctx0" brushRef="#br0">13038 5495 51 0,'-12'-12'14'0,"43"6"-13"0,38-7-1 0,25-6-65 0</inkml:trace>
  <inkml:trace contextRef="#ctx0" brushRef="#br0">13094 5395 59 0,'-12'-12'19'0,"37"-13"1"0,63 0-9 0,30 6-61 0,-99 19 6 0</inkml:trace>
  <inkml:trace contextRef="#ctx0" brushRef="#br0">3416 5007 31 0,'0'0'0'0,"-25"0"9"0,6-6 4 0,7 6 7 0,5-6-3 0,14 6-9 0,18-7-4 0,37 7 2 0,38 0 4 0,7 0-3 0,-20-6 1 0,-24 6-6 0,-38 0 1 0,-25 6-1 0,0 1-23 0,12 11-85 0</inkml:trace>
  <inkml:trace contextRef="#ctx0" brushRef="#br0">4473 4945 60 0,'-19'0'9'0,"-62"-13"0"0,31 7-1 0,25 0 3 0,19-1 1 0,50 1-8 0,62-6 3 0,57-1-4 0,6 7 0 0,-32 6 1 0,-55 12-3 0,-51 7 0 0,0 0-13 0,13-7-89 0</inkml:trace>
  <inkml:trace contextRef="#ctx0" brushRef="#br0">5649 4895 24 0,'-18'-7'3'0,"-1"1"4"0,0 6 7 0,13-6-4 0,12 6-5 0,32-6-6 0,43-1 4 0,25 1 5 0,13-7-2 0,0 13-2 0,-31 0-1 0,-19 0 2 0,-38 0-1 0,-12-6 0 0,-26 0-4 0,-11 6-81 0</inkml:trace>
  <inkml:trace contextRef="#ctx0" brushRef="#br0">7720 8325 4 0,'0'0'5'0,"-12"0"11"0,5-7 1 0,-5 1-3 0,6 6-3 0,31-6-8 0,25 0 0 0,31-1-1 0,38-5 1 0,25-7-1 0,-13 7 1 0,-37 12-1 0,-50 6-1 0,-44 6 3 0,-19-5 1 0,-31-1-3 0,-44 0-1 0,-25-6 0 0,-12 6-1 0,0-6 1 0,24 0 1 0,26 0-1 0,37 0 0 0,44 0 0 0,31 0-1 0,44 0 1 0,51-6-1 0,18 6 2 0,-1-12-1 0,-42 5 1 0,-51 1 2 0,-38 6 2 0,-12 0 2 0,-12-6-6 0,-7 6-1 0,-12 6-37 0,18 7-52 0</inkml:trace>
  <inkml:trace contextRef="#ctx0" brushRef="#br0">8840 8181 19 0,'-6'0'6'0,"-7"0"10"0,7 0 0 0,6 0-6 0,25 0-1 0,44-7-3 0,56-5-2 0,19-7-1 0,-25 19 0 0,-44-6-2 0,-63 18 1 0,-30-5 5 0,-39-1-4 0,-24 0-2 0,-25 0 1 0,-19-6-1 0,6-12 0 0,44 6-2 0,43 6 3 0,39 0-3 0,43 0 5 0,62-7-3 0,13 7 0 0,0 13-2 0,-37-1 3 0,-25-5-4 0,-51 5 4 0,-31-12 2 0,-37-6-3 0,-13 6-1 0,7 0 1 0,30 0-33 0,26 0-44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10604 2735 16 0,'0'0'0'0,"-6"-6"21"0,12 0-10 0,7-1 2 0,-1 1-3 0,7 6 0 0,0 13-3 0,0 5-4 0,0 1-1 0,-7 6 0 0,1-6 0 0,5 0 0 0,-5-7 0 0,-7 1 1 0,7-7 1 0,-1-12-2 0,13-13 0 0,19-12-3 0,12-13 2 0,7-6-1 0,-1 6 1 0,-5 6 2 0,-20 20 0 0,-6-1 1 0,-18 13-3 0,-7-1 0 0,-12 7-105 0</inkml:trace>
  <inkml:trace contextRef="#ctx0" brushRef="#br0">10210 3342 17 0,'-12'-6'34'0,"12"6"-29"0,0-13 6 0,6 7 3 0,0 0-2 0,-6 6-5 0,7 6-4 0,-1 0 0 0,0 7 3 0,7 12 0 0,-7-6-2 0,0-7 0 0,0 1-4 0,1 12 1 0,-1-13 1 0,6 1 2 0,-5-1-2 0,-1-5 1 0,6-7 0 0,-5-7 0 0,11-5-2 0,14-7 0 0,11-12 0 0,1 0 0 0,-6-1-1 0,-7 7 1 0,7 0 3 0,-13 6 2 0,6 13 1 0,-19-6-4 0,1 12-2 0,-13-7 0 0,6 7-47 0</inkml:trace>
  <inkml:trace contextRef="#ctx0" brushRef="#br0">8652 4018 12 0,'0'0'16'0,"7"-6"6"0,-7 0-12 0,6 6 0 0,0 0 0 0,0 19-4 0,7 6-1 0,0 0 1 0,-1 0-1 0,1 0-1 0,-7-7-1 0,0 1 0 0,7-6 0 0,-1-1-1 0,1-12 0 0,-7 0 0 0,13-6-1 0,-7-13 0 0,13-6 0 0,19 0 0 0,-13-6 0 0,7 0 0 0,-1 6-1 0,-12 6 0 0,0 6 1 0,-12 1-1 0,-7 5 0 0,0 1 0 0,1 6-15 0,-1 0-64 0</inkml:trace>
  <inkml:trace contextRef="#ctx0" brushRef="#br0">12544 5045 11 0,'0'0'17'0,"-6"-6"-1"0,6-1 3 0,0 1-12 0,6 6-5 0,-6 0 0 0,6 0 1 0,0 0 2 0,7 6-1 0,-7-6-3 0,0 0 1 0,1 7-1 0,-1 5-1 0,0 7 1 0,7-7 1 0,-1 7-1 0,7-13 1 0,-7 1-2 0,-5 5 1 0,5-6-1 0,-5-6 2 0,11 0-1 0,1-6 1 0,0 0-1 0,12-13 1 0,7-18-1 0,5-7 0 0,1 0 0 0,6 13-1 0,-12-1-1 0,-7 20 0 0,-6-7 1 0,-6 13 0 0,-19 0 2 0,0-1 1 0,6 1-1 0,0 6-5 0,7 6-84 0</inkml:trace>
  <inkml:trace contextRef="#ctx0" brushRef="#br0">4154 6090 80 0,'-19'-12'10'0,"-18"5"-10"0,-26 26 1 0,-12 0 0 0,6-7-1 0,38 1 0 0,19-13 3 0,12 6 0 0,0 13-1 0,12 19 0 0,-12 24-3 0,0 13 3 0,0 13-2 0,0-1 0 0,0-5 3 0,0 5 0 0,-6-18 0 0,0-12-2 0,-1-7 0 0,14-19 1 0,11 0-2 0,1-6 4 0,25-12-2 0,6-13 0 0,6 6-1 0,1-6 0 0,-7 0 0 0,-25-6 1 0,-25 6 0 0,-13 0-42 0,13 0-16 0</inkml:trace>
  <inkml:trace contextRef="#ctx0" brushRef="#br0">6388 6810 13 0,'-7'-6'22'0,"7"6"-3"0,-6 0-6 0,6 0 33 0,0 0-37 0,13 0 3 0,5 0-10 0,1 0-2 0,6 0 2 0,0-7-1 0,13 7-1 0,-7 0 2 0,7-6-2 0,-13 6 2 0,-7 0-2 0,-5 0 0 0,-7 0 1 0,7 0 1 0,-1-6-2 0,1 6 0 0,-7 0-35 0</inkml:trace>
  <inkml:trace contextRef="#ctx0" brushRef="#br0">6350 6885 22 0,'0'0'0'0,"0"0"32"0,-6-6-10 0,6 6-12 0,6 0 0 0,0 0-5 0,7-6 1 0,-1 6-2 0,1 0-1 0,6 0-2 0,-1 0 0 0,1 0 0 0,0 0-1 0,-13 0 1 0,7-7-2 0,6 7 2 0,-7 7 0 0,1-1 0 0,-1-6 0 0,-6 0 1 0,7 0-2 0,-1 0 1 0,1 0-1 0,-7 0 1 0,7 0 0 0,-1 0 0 0,-6 0-1 0,1 0 0 0,-1 0 1 0,6 0-1 0,-5 6 0 0,5-6 1 0,-6 0 1 0,7-6 2 0,-7 6-2 0,-6 0 0 0,6 0 0 0,-6 0 1 0,7-6-1 0,-1 6 0 0,0-7-1 0,1 7-110 0</inkml:trace>
  <inkml:trace contextRef="#ctx0" brushRef="#br0">6319 5827 39 0,'0'-6'9'0,"6"6"5"0,0 6 1 0,13 19-5 0,0 13 2 0,12-7-3 0,0-6-5 0,1 0-2 0,-20-12-1 0,-5 5 1 0,-7-11-1 0,0-1 0 0,0 0-31 0,0-12-45 0</inkml:trace>
  <inkml:trace contextRef="#ctx0" brushRef="#br0">6456 5808 23 0,'0'0'20'0,"-12"19"4"0,-1 6-12 0,-5 13 0 0,-14-1-1 0,7 1-7 0,7-7 0 0,-1-12-2 0,13-6-1 0,6-13-56 0,0 0 18 0</inkml:trace>
  <inkml:trace contextRef="#ctx0" brushRef="#br0">6575 5852 7 0,'0'0'7'0,"-6"-6"22"0,6 0-3 0,0-1-18 0,6 7 1 0,-6 0-6 0,-6 19 3 0,6 13 4 0,-6-1-2 0,6-6-4 0,0 0-2 0,6-6 0 0,0-13 0 0,-6-6 4 0,13 0-2 0,-7-25-2 0,7 0-1 0,-1-6 0 0,7 6 0 0,-13 12 0 0,0 7-2 0,-6 6-1 0,7 0 0 0,-1 19 2 0,0 6-1 0,13 0 1 0,-7 0 0 0,1-7 1 0,0-11 0 0,-1-7 1 0,7-13 0 0,0-12 0 0,-7 0-1 0,-6 0 0 0,-6-6 0 0,-6 6 0 0,0 12-1 0,6 7 0 0,6 6-1 0,0 6-111 0</inkml:trace>
  <inkml:trace contextRef="#ctx0" brushRef="#br0">6557 5658 59 0,'-13'0'1'0,"7"6"0"0,0-6 6 0,12-12 12 0,6-7-14 0,13 0-1 0,13 1-1 0,6-14 4 0,-7 7 0 0,-5 7-1 0,-1 5-1 0,-6 0 0 0,0 7 0 0,-6-6 3 0,-7-1-5 0,-12 13-4 0,0-6-48 0,0 6-28 0</inkml:trace>
  <inkml:trace contextRef="#ctx0" brushRef="#br0">6726 5408 36 0,'0'0'0'0,"-7"-6"20"0,1 6 4 0,6 0-14 0,6 0-6 0,7 6 2 0,6-6 2 0,-1 0 0 0,-5-6-3 0,-1 6-3 0,1 6-1 0,-1-6-1 0,7 0 1 0,0 0-1 0,-7 0 0 0,-5 0 1 0,-7 0-1 0,6 0 1 0,-6 0-1 0,0 6 0 0,-6 0 0 0,6 7 0 0,0 6 1 0,-7 6 1 0,1 0 3 0,0 0-1 0,-7 6 3 0,7-18-4 0,6-7 1 0,0-6-1 0,6 0-88 0,1 0 39 0</inkml:trace>
  <inkml:trace contextRef="#ctx0" brushRef="#br0">7063 5214 11 0,'0'0'0'0,"0"-6"35"0,0-1-24 0,0 7-7 0,0-6 5 0,0 12 18 0,0 26-14 0,-6 11-1 0,0 7-4 0,0-12-3 0,6-7-4 0,-7-18 1 0,7-1-8 0,-6-5-30 0,0-7-49 0</inkml:trace>
  <inkml:trace contextRef="#ctx0" brushRef="#br0">7001 5233 27 0,'0'-7'17'0,"0"-5"-4"0,0 6 1 0,6 6-3 0,7 12 6 0,5 7-3 0,-5-7-8 0,18 20 2 0,-6-14-6 0,6-11 1 0,-6-1-3 0,-12 0 2 0,-1 0-3 0,1 1-22 0,0-14-26 0,-7 1 3 0</inkml:trace>
  <inkml:trace contextRef="#ctx0" brushRef="#br0">7245 5114 52 0,'0'0'0'0,"0"6"15"0,-13 31 20 0,7 7-17 0,0 6-11 0,6-25-4 0,0-6-8 0,6-13-34 0,-6 1-37 0</inkml:trace>
  <inkml:trace contextRef="#ctx0" brushRef="#br0">7376 5139 37 0,'0'-7'20'0,"6"-5"4"0,7 12-9 0,-7 12 0 0,13 13-7 0,6 0-3 0,-6-6-3 0,-7-6-1 0,1-1-10 0,-7-5-26 0,0-7-42 0</inkml:trace>
  <inkml:trace contextRef="#ctx0" brushRef="#br0">7489 5089 38 0,'-6'-7'9'0,"-1"7"12"0,1 13 4 0,-13 18-9 0,-6 7-3 0,6-7-7 0,1 0-5 0,11-12-10 0,1-6-29 0,12-13-32 0</inkml:trace>
  <inkml:trace contextRef="#ctx0" brushRef="#br0">7626 5057 43 0,'0'0'3'0,"-6"-12"13"0,6 12 6 0,0 6-5 0,0 19 3 0,-6 6-8 0,6 13-5 0,0-13-3 0,0-12-4 0,0 0-58 0,0-19-7 0</inkml:trace>
  <inkml:trace contextRef="#ctx0" brushRef="#br0">7095 5589 9 0,'0'0'1'0,"-13"7"25"0,1-7-1 0,-1 0-8 0,13 0-5 0,0-13-8 0,25 1-3 0,6-1 0 0,7 7 2 0,18-13 0 0,13-6-2 0,6 0 1 0,0 0 2 0,-6 6 2 0,-13 0 0 0,-12 1 1 0,-13 11 2 0,-12 1-1 0,0 0-2 0,-7 6-1 0,-5-6-3 0,-1 6-1 0,-12 0-129 0</inkml:trace>
  <inkml:trace contextRef="#ctx0" brushRef="#br0">8002 5107 47 0,'0'-18'10'0,"0"5"4"0,6 1 4 0,-6 5-3 0,0 26 2 0,0 12-11 0,0 13-1 0,13-19-6 0,12-12 3 0,0-20 0 0,0-11-4 0,0-7 3 0,-13-13 0 0,-6 13-1 0,1 6 0 0,-1 7 3 0,0 12 1 0,0 25 1 0,-6 44 3 0,0 25-6 0,7-1-1 0,-7 1 0 0,0-31 2 0,-19-32 3 0,0-31 6 0,-6-31-7 0,6-7-3 0,7 1 0 0,18-1-1 0,19-24-3 0,25-1-36 0,-6 19-82 0</inkml:trace>
  <inkml:trace contextRef="#ctx0" brushRef="#br0">8108 4838 74 0,'0'0'9'0,"-12"6"3"0,-1 32 21 0,7 6-18 0,6-19-5 0,0-13 0 0,-6-12-1 0,6-18-5 0,6-20-2 0,6 7-1 0,1-1 0 0,-1 20 1 0,7 12 1 0,-13 12-1 0,7-5-2 0,12 24-1 0,25 7-48 0,-25-26-47 0</inkml:trace>
  <inkml:trace contextRef="#ctx0" brushRef="#br0">7295 6822 9 0,'0'0'6'0,"-6"-6"10"0,6 6-3 0,-7 0 3 0,7-6 1 0,7 6-7 0,11 0-7 0,7 0 0 0,0 0-3 0,-12-6 2 0,-1 6 0 0,-12 0 0 0,0 6 0 0,0-6 2 0,-6 0 0 0,-13 0 1 0,-24 6 2 0,30-6-6 0,7 0 1 0,0 0-2 0,12 0 0 0,6 0 1 0,7 0 0 0,6-6-1 0,-6 6 1 0,-13 0-1 0,-12 0 5 0,-7 0-3 0,1 6 1 0,-7-6-2 0,7 0 0 0,5 0-1 0,7 0 1 0,0 0-1 0,7 0 1 0,-1 0-1 0,-6 0 1 0,0 0 0 0,0 0-1 0,0 0 0 0,0 6 0 0,0-6 0 0,0 0 0 0,0 0 1 0,0 0-1 0,0 0 0 0,0 0 1 0,-6 0-1 0,6-6 0 0,0 6 0 0,0 0 0 0,6 0 0 0,-6 0 1 0,0 0-1 0,0 0 0 0,0-6 0 0,0 6 0 0,0 0 0 0,0 0 0 0,0 0 0 0,0 0-127 0</inkml:trace>
  <inkml:trace contextRef="#ctx0" brushRef="#br0">12682 5546 26 0,'0'-51'32'0,"18"14"-9"0,-11 12-2 0,5 6-5 0,-12 19-8 0,0 13-2 0,0 37 0 0,-6 0-3 0,6-6-1 0,19-13 0 0,-7-12 2 0,26-13-2 0,-7-31 0 0,0-6 2 0,7-7-5 0,-13 7 2 0,-19 12 0 0,0 0-1 0,-6 13 0 0,0 6-2 0,0 0 2 0,7 44-1 0,-7 31 2 0,-7 19 0 0,1 0-2 0,-7-13 4 0,-12-31-1 0,-6-19 3 0,-6-24 0 0,-1-20 0 0,19-24-2 0,7-7-1 0,24-13-2 0,32-18-3 0,19 0-66 0,-38 44-15 0</inkml:trace>
  <inkml:trace contextRef="#ctx0" brushRef="#br0">12888 5132 114 0,'-19'13'1'0,"-18"50"1"0,5-13 12 0,14-19-5 0,11-31 3 0,14-25-4 0,18-19-7 0,0 6-1 0,-7 32-2 0,7 12 2 0,-6 13 0 0,6 6 2 0,-6-12-14 0,-6-1-90 0,-7-12 68 0</inkml:trace>
  <inkml:trace contextRef="#ctx0" brushRef="#br0">13163 5483 83 0,'-25'-19'47'0,"31"13"-45"0,32-13-2 0,25 19-8 0,-20 0-90 0</inkml:trace>
  <inkml:trace contextRef="#ctx0" brushRef="#br0">13532 5370 54 0,'0'-19'42'0,"0"13"-41"0,7 25 19 0,-14 19-9 0,7-1-6 0,13-12-1 0,18-12 2 0,7-26-2 0,5-12-3 0,-5 0 1 0,-19 0-2 0,-7 6 1 0,-5 0-1 0,-7 13 1 0,0 19-2 0,-7 31 2 0,-11 37 1 0,-1 19 3 0,6 0-3 0,-6-25 1 0,-6-31 0 0,-6-25 3 0,6-44-1 0,13-25-1 0,12 0-2 0,12 6-2 0,38-12-5 0,13-13-81 0,-51 44 11 0</inkml:trace>
  <inkml:trace contextRef="#ctx0" brushRef="#br0">7676 6259 42 0,'-6'-6'4'0,"0"6"6"0,6-6 7 0,6-7-5 0,0 7 8 0,1 0-5 0,-1-7-2 0,13 1-3 0,6-1-1 0,-6 13-3 0,-7 19-2 0,1 0-1 0,-7-1 2 0,0 1-3 0,-6 0 1 0,-6 6 1 0,-7-6-1 0,1-1 0 0,-7 1-2 0,7-6 1 0,5-1 0 0,-5 1-2 0,5-1 1 0,-5-5 1 0,6-1-2 0,6-6 1 0,0 0 0 0,6 0 0 0,6 0 0 0,20 0 0 0,18-6 0 0,6-1-2 0,0 7 1 0,-31 0 3 0,-18 0 1 0,-14 0-1 0,7 0-12 0,0 7-153 0</inkml:trace>
  <inkml:trace contextRef="#ctx0" brushRef="#br0">12857 2097 9 0,'-7'-19'16'0,"-5"0"13"0,12 0-7 0,0 7-11 0,31 6-5 0,19 37 0 0,19 38-2 0,-6 12-2 0,-13-12-1 0,-7-13 0 0,-18-18 1 0,-18-26-7 0,-7-12-39 0,-13-18-1 0</inkml:trace>
  <inkml:trace contextRef="#ctx0" brushRef="#br0">13101 1978 35 0,'0'0'6'0,"-32"25"8"0,-18 75 12 0,-12 13-18 0,24-13-2 0,19-38-4 0,13-24-9 0,6-13-76 0</inkml:trace>
  <inkml:trace contextRef="#ctx0" brushRef="#br0">13288 2053 18 0,'0'-6'4'0,"0"-13"14"0,0 0 2 0,7 13-10 0,5 6-5 0,-6 12 1 0,7 32 0 0,-13 25-2 0,6 0-1 0,0-13-2 0,1-25 1 0,-1-18 0 0,-6-19 4 0,6-38-4 0,7-6-3 0,5 0 1 0,7 18 0 0,-6 26-1 0,6 31-1 0,0 19 2 0,0-6 1 0,0-26 0 0,0-18 2 0,-6-38 1 0,-6-12 0 0,-13-13-1 0,-7 31-3 0,7 26-46 0,13 12-14 0</inkml:trace>
  <inkml:trace contextRef="#ctx0" brushRef="#br0">13895 2065 51 0,'-19'-12'10'0,"13"-7"25"0,12 0-21 0,32 7-12 0,0-1-2 0,12 7-26 0,-19 6-51 0</inkml:trace>
  <inkml:trace contextRef="#ctx0" brushRef="#br0">14145 1821 44 0,'0'-25'18'0,"-6"19"14"0,6 25-24 0,-6 25-5 0,12-1-3 0,13-24 1 0,19-13 0 0,-1-18 1 0,-6-13 0 0,-12-19 0 0,-13 6 0 0,1 1 1 0,-1 6 5 0,-6 12-5 0,6 19-2 0,-6 31-1 0,6 25-1 0,7 26 0 0,-1 30-1 0,7 14 3 0,-6-14 2 0,-7-37-1 0,-12-18 0 0,-7-26 0 0,-6-18 1 0,-12-32 1 0,6-38-6 0,13-43 2 0,37-25 2 0,37 38 2 0,1 43-4 0,-13 25 1 0,-19 6-2 0,-12 1 2 0,-7-1-41 0,-12 20-43 0</inkml:trace>
  <inkml:trace contextRef="#ctx0" brushRef="#br0">13795 1170 2 0,'0'0'7'0,"0"-19"13"0,0 7-1 0,0 6-2 0,0 50-1 0,0 18-7 0,0 7-2 0,0-25-3 0,-6-25 0 0,6-13 2 0,-6-25-2 0,-7-25-2 0,-6-25-1 0,19-12-2 0,7 12 1 0,18 19-2 0,18 25-1 0,-5 31 0 0,-19 26 5 0,-32-1-3 0,-31 6 2 0,-6-12 1 0,32-25 0 0,30 7-4 0,19 37 0 0,7-1 1 0,18-11 2 0,7-7-48 0,-19-19-15 0</inkml:trace>
  <inkml:trace contextRef="#ctx0" brushRef="#br0">14039 1227 18 0,'0'0'0'0,"-12"0"16"0,12 6 7 0,18-12-4 0,20-19-17 0,-1-13 0 0,-18 0 0 0,-19 13-1 0,-12 25 1 0,-13 13 4 0,-7 24-3 0,20 1 0 0,6 0-1 0,12-20-3 0,13 1 4 0,6-13-8 0,-7-6-19 0,1-12-10 0,6-7 7 0,-25 13 19 0</inkml:trace>
  <inkml:trace contextRef="#ctx0" brushRef="#br0">14227 1114 1 0,'0'0'0'0,"0"-19"17"0,0 0 3 0,-6 19-4 0,6 7-9 0,0 24-1 0,12 0-5 0,26-6 0 0,-13-12-1 0,-13-1 5 0,-37 1 3 0,-12-7-5 0,18 0-9 0,25-31-25 0,38-19 9 0,0 19 19 0,-19 25 16 0,-13 19 3 0,-6 13-10 0,7-14-11 0,-7-11-33 0</inkml:trace>
  <inkml:trace contextRef="#ctx0" brushRef="#br0">14352 964 11 0,'-6'-7'4'0,"12"-5"-2"0,31 24-11 0,-37-5 1 0</inkml:trace>
  <inkml:trace contextRef="#ctx0" brushRef="#br0">14583 1033 10 0,'7'0'6'0,"-1"-19"11"0,-12 0 1 0,-19 19-3 0,-32 44-6 0,7 6-4 0,38-6-4 0,18-26 0 0,25-18 0 0,13-37-4 0,-19-19-1 0,-19-20-1 0,-6-17 3 0,-6 36 3 0,6 38 4 0,0 32-3 0,6 50 0 0,7 12 0 0,-7 0-3 0,7-25-32 0,-7-25-13 0</inkml:trace>
  <inkml:trace contextRef="#ctx0" brushRef="#br0">14633 1001 8 0,'0'-25'11'0,"0"6"5"0,7 13 4 0,-1 12-12 0,0 19-1 0,-6 7-3 0,6-13-2 0,-6-7-1 0,7-6 1 0,12-12-1 0,6-25-3 0,-13-7 3 0,1 26-1 0,-13 12-1 0,0 12 2 0,6 7-1 0,19-13 3 0,19-12-4 0,-7-7 0 0,1-5-2 0,-20 5 2 0,8-6 1 0,-14-6-1 0,-12 13 0 0,0 6 3 0,-12-1-2 0,-14 20 3 0,-5 6 0 0,12 6-1 0,13-13-2 0,19-12 1 0,12 0-3 0,-13-6 1 0,13 12 0 0,7-6 0 0,5-31-7 0,-6-13 2 0,-18-37-4 0,-13-7 4 0,0 57 8 0,0 50 0 0,-6 49 4 0,12 14-3 0,13-20 0 0,-13-30-4 0,-6-26-43 0,-6-6 30 0</inkml:trace>
  <inkml:trace contextRef="#ctx0" brushRef="#br0">14696 1489 6 0,'0'-12'3'0,"-6"-7"9"0,6 7 3 0,-6-7 4 0,6 13-7 0,0 12-3 0,6 56 5 0,6 64-5 0,13 30-4 0,0-37 2 0,-6-38-5 0,-13-24 1 0,1-45-11 0,-1-5-49 0,-6-20 7 0</inkml:trace>
  <inkml:trace contextRef="#ctx0" brushRef="#br0">14846 1458 8 0,'0'0'1'0,"0"-31"6"0,-6 6 7 0,6 12-1 0,0 20 0 0,0 55 7 0,0 70-9 0,6 30-3 0,7-30-4 0,-7-38 0 0,0-38-10 0,-6-12-87 0</inkml:trace>
  <inkml:trace contextRef="#ctx0" brushRef="#br0">12444 2059 15 0,'0'-6'8'0,"0"-13"3"0,0 7 10 0,0 24-4 0,6 69 3 0,7 70-12 0,18 24-7 0,13-31 0 0,-19-57 1 0,-13-30-6 0,-12-38-20 0,0-44-47 0</inkml:trace>
  <inkml:trace contextRef="#ctx0" brushRef="#br0">12513 2009 22 0,'0'-6'5'0,"-7"-13"7"0,20 31 9 0,12 76 6 0,12 106-19 0,-5 0-6 0,-7-56 0 0,-19-69 1 0,6-44-4 0,7-38-42 0,0-18-9 0</inkml:trace>
  <inkml:trace contextRef="#ctx0" brushRef="#br0">14928 1208 43 0,'0'0'0'0,"-7"-6"9"0,14-7 7 0,-1-6 10 0,0 7-14 0,7 5-3 0,5-5-5 0,1 12-2 0,6 12 0 0,-12 7 1 0,-7 13 2 0,-6-7 1 0,-13 0 1 0,-12 6-1 0,7-6-2 0,-7 0-1 0,6 0-1 0,6-6 0 0,7-7 2 0,19-12-3 0,24-12-3 0,26-7-1 0,12 0-1 0,-25 0 12 0,-25 13-2 0,-19 0 6 0,-6 6-8 0,0 0-26 0,-6 0-113 0</inkml:trace>
  <inkml:trace contextRef="#ctx0" brushRef="#br0">13188 2629 32 0,'-19'0'11'0,"-31"12"5"0,7-6 8 0,-7 19-1 0,6-12-2 0,13-7-5 0,24-6-6 0,26-6-7 0,37-13-2 0,32-6-1 0,18-6 1 0,1 0 1 0,-14 6 2 0,-42 0 5 0,-39 12-2 0,-12 7-5 0,6 6-11 0,19 6-39 0,7 0-45 0</inkml:trace>
  <inkml:trace contextRef="#ctx0" brushRef="#br0">14027 2410 70 0,'-19'-7'9'0,"-12"7"8"0,49-6-8 0,39-6-3 0,55-1 0 0,-12 7-1 0,-43-7 14 0,-51 7-7 0,-37 0-33 0,6 12-69 0</inkml:trace>
  <inkml:trace contextRef="#ctx0" brushRef="#br0">12331 3154 34 0,'0'0'0'0,"-6"-31"36"0,0 6-2 0,12 13-9 0,-6 37-9 0,-25 50-6 0,-13 6-6 0,20-18 2 0,5-26-4 0,7-18 2 0,6-19 2 0,0-25-3 0,19-25-3 0,-1-13-4 0,14 1 2 0,5-7 1 0,1 19 2 0,-13 12-2 0,-19 32 2 0,6 12 0 0,-12 51 0 0,0 24 0 0,0-6 0 0,0-25 0 0,0-12 1 0,0-26-6 0,7-5-50 0,-1-7-45 0</inkml:trace>
  <inkml:trace contextRef="#ctx0" brushRef="#br0">12194 3280 96 0,'0'0'5'0,"31"-13"0"0,38-6 1 0,12 7-20 0,-37 6-73 0</inkml:trace>
  <inkml:trace contextRef="#ctx0" brushRef="#br0">12594 3180 95 0,'0'-7'4'0,"-6"1"6"0,43-7-7 0,7 7-4 0,-6 6-50 0,-38 6 15 0</inkml:trace>
  <inkml:trace contextRef="#ctx0" brushRef="#br0">12594 3230 63 0,'0'0'0'0,"-25"0"28"0,37-7-21 0,51-5-17 0,-25 6-49 0</inkml:trace>
  <inkml:trace contextRef="#ctx0" brushRef="#br0">13132 2829 79 0,'-19'-19'12'0,"-6"13"-10"0,-25 6-1 0,-12 6 6 0,24 7 0 0,19-13-3 0,13 6-3 0,12 0 1 0,-6 13 2 0,0 6 0 0,-12 19-1 0,-1 6-1 0,7 25 2 0,-7 19-4 0,-12 6 0 0,7 7-2 0,-7-7 2 0,-7 12 1 0,1 1-1 0,12-7-1 0,7-24 3 0,-7-7-1 0,7-25 0 0,-7-12 0 0,12-20 0 0,7-5 0 0,13-7 1 0,18-6 0 0,19-12-1 0,25-1-1 0,7-12-33 0,-76 19-49 0</inkml:trace>
  <inkml:trace contextRef="#ctx0" brushRef="#br0">13338 3004 29 0,'0'0'0'0,"0"-19"-27"0</inkml:trace>
  <inkml:trace contextRef="#ctx0" brushRef="#br0">13351 2979 21 0,'6'-12'17'0,"0"-7"11"0,-6 6-7 0,0-5-18 0,7 5-2 0,-7 1 0 0,-13-7 0 0,-6 13 2 0,-6 6 2 0,0 6-6 0,0 13 3 0,-12 12 7 0,6 6-3 0,18 1-6 0,13-13 2 0,6 0-2 0,13-19 0 0,6-6 3 0,0-25-1 0,6 0-1 0,1 13-2 0,-20-1 1 0,-6 13 7 0,-6 13 3 0,0 12-8 0,-6 12-5 0,6-5-35 0,6-20-42 0</inkml:trace>
  <inkml:trace contextRef="#ctx0" brushRef="#br0">13495 3017 87 0,'-19'19'18'0,"0"24"-5"0,1-5-8 0,11 6-29 0,1-25-65 0</inkml:trace>
  <inkml:trace contextRef="#ctx0" brushRef="#br0">13176 3417 46 0,'0'-12'5'0,"6"-1"-4"0,0 1 12 0,-6-1 3 0,0-5-1 0,-12-1-8 0,5 6-5 0,-5 7-1 0,-7 6 0 0,-6 12 1 0,-6 14 0 0,6 5-1 0,12 6-1 0,13-5-1 0,7-26 2 0,11-6 0 0,14-25-1 0,5 6-2 0,-12 13 2 0,-12 18 9 0,-7 1-2 0,-6 6-5 0,-6 6-15 0,-1-7-58 0,7-11 40 0</inkml:trace>
  <inkml:trace contextRef="#ctx0" brushRef="#br0">13307 3436 49 0,'6'0'2'0,"19"-6"11"0,0 6 12 0,-12 19-8 0,-13-1-8 0,-13 1-2 0,-12 0-5 0,7-6 1 0,11-7 4 0,7-6-4 0,38-6-1 0,12-1-16 0,-12 14-47 0,-38-7 21 0</inkml:trace>
  <inkml:trace contextRef="#ctx0" brushRef="#br0">13088 3818 50 0,'0'0'0'0,"0"-19"11"0,13-6 3 0,-7 6-4 0,-6 7 2 0,-13-7-3 0,1 7-4 0,-1-1-3 0,-5 13 1 0,-1 13-2 0,-6 18 2 0,0 0-2 0,6 0 0 0,13-12-1 0,12-13 3 0,25-18-2 0,1-7-2 0,-7 13 0 0,-13 25 6 0,-12 6-1 0,0 0-7 0,-6-6-54 0,0-13 6 0</inkml:trace>
  <inkml:trace contextRef="#ctx0" brushRef="#br0">13201 3780 32 0,'0'0'0'0,"6"-6"13"0,7 6 12 0,-13 0 0 0,0 13-2 0,0-7-12 0,0 13-8 0,6-7-3 0,0 13 1 0,13-12 3 0,-13-1 0 0,0 7 2 0,-24 0 2 0,-20-7-1 0,19-12-4 0,13-6-17 0,12 6-61 0,-6 0 19 0</inkml:trace>
  <inkml:trace contextRef="#ctx0" brushRef="#br0">13626 2810 62 0,'0'-19'2'0,"44"13"-1"0,-6 6 14 0,-13 13 1 0,-13-7-2 0,-6 6-5 0,-12 32-5 0,-13 31-1 0,-6 32-2 0,0 5 1 0,-12 20 1 0,5 6 0 0,7 18 0 0,0-18-4 0,19-13 0 0,6-31 2 0,0-25-1 0,-31-44 6 0,-19-25 5 0,0-13 0 0,18 1-15 0,26 5-136 0</inkml:trace>
  <inkml:trace contextRef="#ctx0" brushRef="#br0">13345 4413 53 0,'0'0'0'0,"-13"-7"19"0,1 1 8 0,18 0-18 0,25 6-2 0,7 0-5 0,-7 12-12 0,-12-12-44 0,-13 7 13 0</inkml:trace>
  <inkml:trace contextRef="#ctx0" brushRef="#br0">13282 4494 49 0,'0'0'0'0,"-12"-6"27"0,5 6-3 0,26-7-21 0,37 7-11 0,7-6-70 0</inkml:trace>
  <inkml:trace contextRef="#ctx0" brushRef="#br0">13733 4444 49 0,'0'0'9'0,"0"-13"-2"0,6 7 8 0,13 0-8 0,-1-7-3 0,-5 1-2 0,-7-1-1 0,-6-5-2 0,-6-1 2 0,-7 6-1 0,1 7 2 0,-1 6 0 0,-5 0-1 0,-7 12 3 0,6 14 0 0,0-8 0 0,0 1-2 0,7 12-1 0,5-18-1 0,14-1 0 0,11-5 1 0,8-7-2 0,-1-13 1 0,0 1 0 0,-7-13 1 0,1 12 8 0,-13 7 11 0,-6 6-15 0,0 12-2 0,0 13-2 0,-6 7-14 0,6 5-38 0,0-18-13 0</inkml:trace>
  <inkml:trace contextRef="#ctx0" brushRef="#br0">13895 4506 36 0,'0'0'8'0,"6"-6"10"0,-6 25 9 0,-12 6-19 0,6 0-7 0,6 0-12 0,0-12-56 0,0-7 48 0</inkml:trace>
  <inkml:trace contextRef="#ctx0" brushRef="#br0">13920 4200 57 0,'0'0'0'0,"0"-13"9"0,25-6 9 0,7 19-5 0,-14 13-1 0,-5 12-6 0,-13 0-1 0,-19 6 0 0,0-18-1 0,7-7 0 0,12-6-2 0,12 0-2 0,13 0 0 0,-6 0-20 0,25 0-58 0,-38 0 51 0</inkml:trace>
  <inkml:trace contextRef="#ctx0" brushRef="#br0">14139 4425 60 0,'-6'0'7'0,"-7"-6"14"0,13 6-5 0,7-6-11 0,18 6-2 0,12-7-1 0,1 7-4 0,-13 0-38 0,-13 0-22 0</inkml:trace>
  <inkml:trace contextRef="#ctx0" brushRef="#br0">14233 4300 62 0,'-12'0'8'0,"-1"19"12"0,1 25-5 0,5-7-13 0,7 7-22 0,0-19-58 0</inkml:trace>
  <inkml:trace contextRef="#ctx0" brushRef="#br0">14502 4388 36 0,'0'0'18'0,"0"-13"-9"0,6 1 1 0,7-1-3 0,-7-6 1 0,-6 0-3 0,-12 13-2 0,-1 0 0 0,-12 6 1 0,0 19 0 0,6 6-1 0,1 0-2 0,5 0-2 0,13-13 3 0,13-5 0 0,12-14-1 0,-7-18 0 0,-5 19 6 0,-7 6 2 0,-6 19-2 0,0 6-6 0,0 0-20 0,-6 6-64 0,6-25 55 0</inkml:trace>
  <inkml:trace contextRef="#ctx0" brushRef="#br0">14590 4444 51 0,'0'-13'18'0,"6"1"8"0,13 6-9 0,-1 18-8 0,-11 19-1 0,-7 1 0 0,-13-14-1 0,-6 1 0 0,1 0-5 0,5-6 0 0,1-1 2 0,12-12 1 0,12 0-1 0,26-6-2 0,5 0-29 0,1-1-101 0</inkml:trace>
  <inkml:trace contextRef="#ctx0" brushRef="#br0">14690 4137 45 0,'6'-12'13'0,"13"-1"8"0,0 13-2 0,-1 31-2 0,-11 7-5 0,-14-13-4 0,1-12 0 0,6-7-1 0,19-12-3 0,12-1-10 0,19 7-70 0,-37 0 19 0</inkml:trace>
  <inkml:trace contextRef="#ctx0" brushRef="#br0">14890 4400 81 0,'-6'0'8'0,"-1"-19"12"0,14 13-2 0,18 6-11 0,0 0-5 0,12 0-5 0,-12 0-50 0,-6 0-17 0</inkml:trace>
  <inkml:trace contextRef="#ctx0" brushRef="#br0">15015 4300 45 0,'0'0'30'0,"-25"12"-1"0,-6 32-9 0,18 13-16 0,7-7-28 0,6-13-68 0</inkml:trace>
  <inkml:trace contextRef="#ctx0" brushRef="#br0">15234 4350 42 0,'0'0'0'0,"0"-13"24"0,6 1-16 0,1-7-3 0,-1 7-4 0,-6-1 2 0,-6 1 1 0,-7 5-1 0,1 1-1 0,-1 6-1 0,-6 13-5 0,-6 12 9 0,0 6 3 0,0-6-5 0,13-6-3 0,30-7 2 0,7-12-1 0,7-18 5 0,-1-1 2 0,-18 12 3 0,-7 14-1 0,-6 18-6 0,-13 0-3 0,7 0-48 0,0-6-42 0</inkml:trace>
  <inkml:trace contextRef="#ctx0" brushRef="#br0">15309 4419 23 0,'0'0'8'0,"0"-6"25"0,0-7-4 0,0 7-6 0,6 0-15 0,1-1-6 0,-1 14 3 0,0 5 0 0,-12 7-2 0,6 0-2 0,0-1-3 0,12 1 1 0,-5 6 4 0,-14-6 17 0,-11-6-10 0,-14-7-7 0,1-6-46 0,12 0-68 0</inkml:trace>
  <inkml:trace contextRef="#ctx0" brushRef="#br0">15390 4150 56 0,'7'-7'18'0,"5"-5"4"0,7 6-7 0,12 18-3 0,-18 26-2 0,-13 6 2 0,-6-19 2 0,-13-7-2 0,13-18-3 0,12-6-11 0,31 0-55 0,-12 0-35 0</inkml:trace>
  <inkml:trace contextRef="#ctx0" brushRef="#br0">13889 3386 31 0,'0'-6'3'0,"0"6"13"0,0 0-2 0,0 0-6 0,6 0-6 0,0 0-2 0,-6 0 3 0,7 0-2 0,-7 0 3 0,-7-6-1 0,7 6-1 0,-6-7-1 0,0 7 2 0,0 7-1 0,-1-1 0 0,-5 13 4 0,-1-1-2 0,13-5-1 0,7-1 1 0,5-5-2 0,7-7 1 0,0-7-1 0,-13 1-1 0,0-6 1 0,-6-1-1 0,7 1 1 0,-14-1-1 0,1 7 1 0,0 0 1 0,-7 6 0 0,1 0-2 0,5 0-1 0,1 6-2 0,0 6 3 0,0 7-1 0,6-13 1 0,0 7 0 0,12-7 2 0,1-6 0 0,-7-6-1 0,6-13-2 0,-12 7 2 0,-6-1 1 0,-6 13-2 0,12 0-1 0,-13 6-3 0,13 1 2 0,0 5-69 0,6-6 12 0</inkml:trace>
  <inkml:trace contextRef="#ctx0" brushRef="#br0">14415 2704 48 0,'0'0'0'0,"0"-13"10"0,-7 7 1 0,-5 6-1 0,-13 6-3 0,-13 1-2 0,1 5-5 0,12 1 1 0,12-1-1 0,13-6 1 0,-6 13 1 0,6 0-1 0,0 0 1 0,-6 12 1 0,-1 0-1 0,-11 19-1 0,5 0-1 0,1 7 0 0,-1 5 2 0,-6 13-2 0,0-6 2 0,1 0-1 0,5 0 3 0,-12 6-1 0,-6 7 0 0,6-7-3 0,6-13 1 0,7-5-1 0,-7-7 1 0,0 0 0 0,13-6 1 0,0-19 0 0,12 0-1 0,0-19-1 0,7 13 1 0,-1-7-1 0,7-6 2 0,18-6-1 0,20-6-1 0,-7 6 0 0,-19 0 0 0,-12-6-25 0,-7-19-69 0</inkml:trace>
  <inkml:trace contextRef="#ctx0" brushRef="#br0">14602 2923 40 0,'0'-6'5'0,"6"-1"6"0,1-5 2 0,-1 6-9 0,0-7 6 0,-6 7-1 0,-6-13-5 0,0 6-2 0,-1 1 0 0,-5-1 0 0,-7 7 0 0,0 6-1 0,-6 0 0 0,0 13 4 0,0 12-1 0,7 12-2 0,11-5-1 0,14-1-1 0,-1-19 1 0,13 1 2 0,6-19-1 0,6-13-2 0,-6 6 1 0,-13-5 1 0,1 5-3 0,-13 13 3 0,0 6 4 0,-6 19 0 0,-7 7-5 0,7-1-2 0,0 7-32 0,12-1-53 0</inkml:trace>
  <inkml:trace contextRef="#ctx0" brushRef="#br0">14777 2948 67 0,'0'-6'7'0,"0"6"21"0,-6 25 6 0,-19 18-27 0,13 1-6 0,-1-12-6 0,7-1-67 0,6-25 13 0</inkml:trace>
  <inkml:trace contextRef="#ctx0" brushRef="#br0">14433 3380 33 0,'-6'-6'4'0,"12"-13"8"0,7-6 10 0,-13 12-15 0,6-6-3 0,-6 1-2 0,-6 5 1 0,0 13-1 0,-13 0 1 0,0 6 1 0,-6 19-2 0,6 0-1 0,7 7-1 0,-1-13 1 0,13-1 0 0,19-18 3 0,12-18-1 0,1 5-2 0,-14 1 2 0,-11 18 9 0,-7 6-4 0,-7 13-6 0,1 0-13 0,-6 13-58 0,12-32 35 0</inkml:trace>
  <inkml:trace contextRef="#ctx0" brushRef="#br0">14608 3392 66 0,'0'-12'3'0,"13"12"14"0,-13 6 7 0,6 19-14 0,-6-6-3 0,0-7 1 0,-6-5-3 0,6 5-1 0,6-18-1 0,25 0 2 0,13-1-36 0,-19 7-60 0,-25 0 67 0</inkml:trace>
  <inkml:trace contextRef="#ctx0" brushRef="#br0">14308 3737 22 0,'0'-25'13'0,"6"12"-2"0,-6-12 2 0,0 12-2 0,-6 1-2 0,-6 12-3 0,-38 19-3 0,25 0 0 0,0 6 1 0,18-7-3 0,1 1-1 0,19-19 3 0,12-12-2 0,6-1 1 0,-12 1 1 0,-7 12 8 0,-6 12-7 0,-6 13-2 0,-6 0-11 0,-13 13-39 0,13-26-6 0</inkml:trace>
  <inkml:trace contextRef="#ctx0" brushRef="#br0">14402 3718 31 0,'0'-6'5'0,"19"-7"4"0,-13 13 12 0,7-6-6 0,-7 6-5 0,6 0-6 0,-5 12 2 0,-14 7 1 0,-5 0 0 0,6-7-4 0,12 13-2 0,19 0 1 0,-19-6 3 0,-12-6 9 0,-25-13-11 0,-20 6-6 0,26 7-51 0,25-7-18 0</inkml:trace>
  <inkml:trace contextRef="#ctx0" brushRef="#br0">14990 2679 48 0,'0'0'1'0,"13"0"0"0,18 0 8 0,6 6-2 0,-5 0 8 0,-20-6 5 0,-12 0-8 0,0 7-9 0,0 24 0 0,-6 19 1 0,-32 50-1 0,1 19-1 0,-13 25 3 0,6 6-2 0,13 0-5 0,6-12 3 0,0-25 0 0,6-26 1 0,0-5 0 0,-12-7 1 0,-13-38 6 0,7-30-2 0,-39-14-4 0,20-11-14 0,25-1-116 0</inkml:trace>
  <inkml:trace contextRef="#ctx0" brushRef="#br0">9816 5671 130 0,'-6'0'1'0,"-13"62"-2"0,13 20 11 0,-13-20 2 0,0-24-2 0,7-32 2 0,12-50-7 0,19-25-3 0,12-24-1 0,19 17-1 0,-6 39 1 0,-19 37-2 0,0 56 4 0,0 26-2 0,-6-7 0 0,-13-13-1 0,-12-12-50 0,-7-25-71 0</inkml:trace>
  <inkml:trace contextRef="#ctx0" brushRef="#br0">9760 5833 95 0,'-19'-25'29'0,"38"7"-26"0,43-7-3 0,32 18-41 0,-56 1-19 0</inkml:trace>
  <inkml:trace contextRef="#ctx0" brushRef="#br0">10004 5420 85 0,'-6'0'1'0,"12"-12"0"0,25 6 10 0,19 6-8 0,6 6 0 0,-5-6-3 0,-26-19-7 0,-19 7 8 0,-12 5 23 0,-19 26-3 0,12 25-16 0,7 18-8 0,-1-11-35 0,14-26-44 0</inkml:trace>
  <inkml:trace contextRef="#ctx0" brushRef="#br0">10367 5790 75 0,'-7'0'-52'0</inkml:trace>
  <inkml:trace contextRef="#ctx0" brushRef="#br0">10805 5602 130 0,'0'0'2'0,"-25"19"3"0,0 43 14 0,-7 13-12 0,20-12-2 0,-1-38 0 0,7-19 4 0,0-37-4 0,18-44-3 0,26-19 0 0,6 25-2 0,6 19 0 0,-19 25 1 0,-19 25 0 0,-5 50 1 0,5 25-1 0,7 0 0 0,-7 0 0 0,-5-18-51 0,-7-38-64 0</inkml:trace>
  <inkml:trace contextRef="#ctx0" brushRef="#br0">10736 5740 127 0,'-13'-25'11'0,"38"12"3"0,44 7-9 0,12 12-29 0,-49 7-77 0</inkml:trace>
  <inkml:trace contextRef="#ctx0" brushRef="#br0">10398 5783 63 0,'-13'-12'14'0,"1"-1"23"0,12 13-13 0,0 0-9 0,6 7-4 0,-6 11-5 0,-6-5-2 0,6-7-1 0,0 0-2 0,6-12 3 0,7 0-2 0,-7-7-1 0,0-12 4 0,-12 19 5 0,-13 0-8 0,7 12 0 0,5 0 1 0,7 1-3 0,7-7 1 0,-1 18-156 0</inkml:trace>
  <inkml:trace contextRef="#ctx0" brushRef="#br0">10473 6722 74 0,'-6'-18'20'0,"0"-1"17"0,6 12-18 0,0 1-5 0,6 0-4 0,0 6-6 0,0 0-1 0,7 0-2 0,-1-6 1 0,-5-1 2 0,-7-5 4 0,0-1-2 0,-13 7-4 0,-6 6 0 0,7 0-2 0,6 13 0 0,6 12 1 0,12-13-1 0,7-6 1 0,-7-12 0 0,-5 0 1 0,-14 0 0 0,1-1-1 0,0 7-5 0,6 19-161 0</inkml:trace>
  <inkml:trace contextRef="#ctx0" brushRef="#br0">10054 5402 32 0,'-6'-7'11'0,"6"1"22"0,0 6-15 0,0 0-9 0,6 0 1 0,13 0-3 0,12 0 0 0,6 0-4 0,26 0 2 0,-7 0-2 0,-18 0 4 0,-19 0-2 0,-13 0 0 0,-6 0-2 0,0-6-3 0,6 6-49 0</inkml:trace>
  <inkml:trace contextRef="#ctx0" brushRef="#br0">10210 5408 33 0,'-6'-6'19'0,"0"-1"25"0,6 7-26 0,-6 13-1 0,6 37-6 0,-13 6-2 0,13-6-4 0,0-12 1 0,0-19-2 0,0-7-1 0,0-12 2 0,0-6-2 0,0-13-1 0,6-25-1 0,1-6-1 0,5 13 1 0,-12 18 0 0,0 6-1 0,0 7-3 0,6 6-125 0</inkml:trace>
  <inkml:trace contextRef="#ctx0" brushRef="#br0">13814 4844 9 0,'-13'-6'30'0,"-5"6"-4"0,5-6-7 0,7 0-6 0,6 6-7 0,6 0 1 0,32 0-4 0,24 6-1 0,32-6 0 0,31 0 0 0,25 0-2 0,19 12 3 0,25-5 0 0,-25-7-2 0,0 6 1 0,25 0 4 0,-88-6-12 0,-12 7 0 0,0-7 5 0,-38 0 2 0,-37-7 2 0,-6 1-2 0,-20 6-33 0,-5 0-36 0</inkml:trace>
  <inkml:trace contextRef="#ctx0" brushRef="#br0">13858 4907 39 0,'-7'0'2'0,"-49"-6"4"0,25 0 10 0,12-1 2 0,19 1-6 0,6 6-6 0,19-6-1 0,7 6-1 0,24 0-2 0,19 0 2 0,182-6-1 0,-101 12-2 0,7-6 4 0,-1 6-4 0,-37-6 0 0,7 0 0 0,5 6-2 0,1-6 7 0,-69 7-15 0,12-1 3 0,7-6 1 0,-32 6 11 0,-18-6 17 0,-20-6-14 0,-5 0-6 0,-7-1-34 0,-12 7-73 0</inkml:trace>
  <inkml:trace contextRef="#ctx0" brushRef="#br0">12625 6760 18 0,'6'-13'21'0,"1"1"9"0,-1-1-12 0,6 1-1 0,-5 6-1 0,-7 18 3 0,-13 32-7 0,-6 18-6 0,13 1-4 0,0-13-1 0,0-12-8 0,-1-20-40 0,14-18-39 0</inkml:trace>
  <inkml:trace contextRef="#ctx0" brushRef="#br0">12757 6729 65 0,'0'-7'24'0,"-7"20"9"0,-11 37-6 0,5 25-22 0,13-6-2 0,6-13-2 0,-6-18-3 0,-25-19-55 0,19-19-11 0</inkml:trace>
  <inkml:trace contextRef="#ctx0" brushRef="#br0">14114 6829 11 0,'6'-7'21'0,"7"-11"0"0,-7 11-2 0,-6 1 1 0,0 12-7 0,-6 32-1 0,0 6-6 0,6 6-5 0,0-6-1 0,-7-7 1 0,1-12-24 0,6-12-66 0</inkml:trace>
  <inkml:trace contextRef="#ctx0" brushRef="#br0">14252 6822 24 0,'0'-12'14'0,"0"6"14"0,0 24 11 0,-6 20-27 0,-1 12-8 0,1-6-4 0,0 0-4 0,-7 0-96 0</inkml:trace>
  <inkml:trace contextRef="#ctx0" brushRef="#br0">5994 6866 28 0,'-7'-6'24'0,"7"-13"-7"0,0 7-1 0,7-1-3 0,-1 13-8 0,0 19 5 0,-6 25 0 0,6 0-5 0,7-7-1 0,-7-6 0 0,-6-12 0 0,0-13-3 0,0 20 6 0,-6-20-4 0,6 0 0 0,6-6 0 0,0 0-2 0,26 6-3 0,11 1 3 0,20-1 0 0,31 0 0 0,50-6 0 0,25 0-3 0,12-12 3 0,7 5-3 0,-13-5 3 0,-12-1-1 0,-7 1-1 0,-18 5 2 0,-38 1-1 0,-38 0-1 0,-43 0 2 0,-19 6 2 0,0-13 0 0,-6-12-2 0,-7-6 3 0,1-25-1 0,6 18-3 0,6 38-1 0,0 25 2 0,-7 25-3 0,7 13-4 0,-6-13-137 0</inkml:trace>
  <inkml:trace contextRef="#ctx0" brushRef="#br0">9397 6860 1 0,'-13'0'30'0,"7"0"-14"0,6 0 7 0,-6 0-9 0,0 0-2 0,-7 0-3 0,1 6-2 0,5-6 0 0,7 0 0 0,7 0-3 0,18 0 0 0,12-6-1 0,26 6-1 0,24 0 1 0,20 6-2 0,12 1 1 0,-13-1-2 0,-12 0 0 0,-25-6 1 0,-32 0 0 0,-18 0 2 0,-7 0 1 0,-5 0-2 0,-7 6-4 0,-7 7-53 0,-5-7-12 0</inkml:trace>
  <inkml:trace contextRef="#ctx0" brushRef="#br0">11005 6835 46 0,'0'0'8'0,"-6"0"11"0,-1 0 1 0,1 0-3 0,6 0-7 0,19 0 0 0,25 0-4 0,37 0-4 0,25 6-1 0,32 0 1 0,0 1 0 0,-26-1-2 0,-18-6-1 0,-38 6 3 0,-37-6 5 0,-13 0 0 0,-6 0-2 0,0 7-24 0,0 5-86 0</inkml:trace>
  <inkml:trace contextRef="#ctx0" brushRef="#br0">6381 6866 38 0,'-6'0'19'0,"-13"-12"0"0,19-1 8 0,32 1-19 0,43 12-3 0,12-7-2 0,1 1 1 0,-44 6-2 0,-38-6 4 0,-50 6 0 0,-43 12-3 0,-7-5 1 0,6-7 0 0,32 0-2 0,43-7 2 0,26 1-2 0,43 0-1 0,25 0-2 0,7-1 1 0,-13 1 1 0,-31 6 0 0,-44 0 1 0,-38 13 0 0,-30-1-1 0,-1-6 1 0,6 1 1 0,32-1-2 0,37-6 0 0,50 0-2 0,138-25 1 0,-106 19 0 0,-57 6 0 0,-37 6 1 0,-44 0 0 0,-25 0 0 0,-6 1 0 0,18-1-1 0,38-6 2 0,31-13-2 0,44 7-1 0,25-6 1 0,7-1 0 0,-26 7 0 0,-43 12 0 0,-32 0 1 0,-25 1-1 0,-6 5 0 0,19-12 0 0,24 0 1 0,1 0-1 0,6 0 0 0,6-6 0 0,-6 6 1 0,13 0-2 0,-13 0 2 0,6 0-3 0,-6 19-145 0</inkml:trace>
  <inkml:trace contextRef="#ctx0" brushRef="#br0">10517 6847 18 0,'-19'0'22'0,"-12"0"5"0,-13 7-13 0,6-1 4 0,32-6-13 0,12 0 2 0,44 6-5 0,26-6 0 0,-14 7 3 0,-37-7 4 0,-37 0 3 0,-38 0-8 0,-25 6-1 0,6-6-2 0,31 6 1 0,38-6-1 0,44 0 0 0,12 0 0 0,1 0 0 0,-26 0 0 0,-31 0 3 0,-25 0-5 0,-19 13-141 0</inkml:trace>
  <inkml:trace contextRef="#ctx0" brushRef="#br0">10342 7192 88 0,'0'-7'8'0,"0"-11"-6"0,12-1 0 0,-6 0 3 0,-6 7 3 0,-12 5 0 0,-19 7-5 0,-7 19-1 0,7 6-2 0,12 6-1 0,25-12 2 0,26-6 0 0,11-13 0 0,-5-32 2 0,-13-24-1 0,-6-25 0 0,-13 31-2 0,-12 43 0 0,-7 32 0 0,1 44 2 0,12 0-2 0,0-12 0 0,12-14-74 0,-6-43 30 0</inkml:trace>
  <inkml:trace contextRef="#ctx0" brushRef="#br0">10523 7148 97 0,'-6'0'6'0,"-7"19"4"0,13-1-6 0,7 8-2 0,5-14 0 0,1-6 1 0,-1-24 0 0,1-20-1 0,-13 7 0 0,-13 6-2 0,-6 25-1 0,1 6 0 0,5 19 0 0,13-6 0 0,31-1 2 0,19-11-1 0,13-26 1 0,0-25 0 0,-26-6 1 0,-24-13 0 0,-20 20-1 0,-5 30-1 0,-7 38 0 0,7 50-1 0,5 7 0 0,20-13 1 0,-7-32-15 0,0-24-81 0</inkml:trace>
  <inkml:trace contextRef="#ctx0" brushRef="#br0">10629 7104 63 0,'0'-6'26'0,"-6"-7"-18"0,44 1-4 0,43 12-3 0,7 19-34 0,-57-13-15 0</inkml:trace>
  <inkml:trace contextRef="#ctx0" brushRef="#br0">10967 7092 22 0,'7'-7'54'0,"-7"1"-23"0,0 37-24 0,-7 26-5 0,20 5-1 0,6 1 0 0,-7-26 2 0,-6-37 2 0,-6-37 0 0,-12-38-2 0,6-13-1 0,18 19-1 0,19 25-1 0,7 51-3 0,-13 30 1 0,-25 7 1 0,-38-19 2 0,-18-6 0 0,31-13-61 0,25 0 18 0</inkml:trace>
  <inkml:trace contextRef="#ctx0" brushRef="#br0">11149 7098 57 0,'0'0'24'0,"18"-6"-16"0,14 12 9 0,-7 13-12 0,-6-1-4 0,-19-5 3 0,-32-7-1 0,14-25 0 0,24-6-3 0,44 7 0 0,0 18-2 0,-6 18 1 0,-26 1 1 0,-11-13 0 0,11 1 2 0,20-20 0 0,-13-6 0 0,-37-6-1 0,-32 13-1 0,-6 12-1 0,37 12 1 0,38 7-2 0,31 0-27 0,7-13 4 0,6 0 23 0,-7-24 2 0,-24-7 20 0,-44 6 1 0,-44 19-15 0,-13 25-5 0,38 6-1 0,50-12 3 0,31-38-1 0,-12-31-6 0,-38-6 3 0,-18 43 5 0,-26 45-4 0,20 36-1 0,30-5-85 0</inkml:trace>
  <inkml:trace contextRef="#ctx0" brushRef="#br0">11774 7173 119 0,'-56'-6'3'0,"56"6"-99"0</inkml:trace>
  <inkml:trace contextRef="#ctx0" brushRef="#br0">8446 7123 24 0,'-6'0'26'0,"-1"0"5"0,-5-6-7 0,12 6-7 0,25 0-7 0,31-7-5 0,19-5-3 0,-6-1-1 0,-12 7 1 0,-32 6 0 0,-19 0-1 0,-6 0 0 0,0 0-27 0,0-6-29 0,-6 12 11 0</inkml:trace>
  <inkml:trace contextRef="#ctx0" brushRef="#br0">8402 7211 24 0,'-6'6'20'0,"0"-6"8"0,6 0-13 0,31 0-6 0,25-6-4 0,1-1-2 0,-1 1 0 0,-19 0 1 0,-18-7 2 0,-19 1-3 0,0 12-23 0,-6 0-51 0</inkml:trace>
  <inkml:trace contextRef="#ctx0" brushRef="#br0">13851 4882 14 0,'-31'-6'18'0,"-25"-13"-16"0,12 0-1 0,0 7 0 0,19-1-2 0,31 13-9 0,45-6 9 0,30 0 0 0,-12 6-1 0,-51 6 0 0,-36 6 3 0,-51-12 2 0,-12 0-1 0,24 0 2 0,38-6-5 0,32 0-8 0,12 6 2 0,-19 19-5 0,7-1 12 0</inkml:trace>
  <inkml:trace contextRef="#ctx0" brushRef="#br0">14377 4826 65 0,'0'0'0'0,"-6"-13"2"0,6 13-3 0,31-12 3 0,38-1-1 0,12 1-1 0,-43 5 1 0,-32 14-1 0,-37-1 0 0,-38-6 0 0,6 0 0 0,38-6 0 0,38 6 0 0,24 0 1 0,7 0-3 0,-25 6 2 0,-32 0 0 0,-12-6 0 0,25 6-2 0,13-6-31 0</inkml:trace>
  <inkml:trace contextRef="#ctx0" brushRef="#br0">15203 4757 39 0,'0'0'11'0,"-25"-6"-7"0,6-1-2 0,13 7 0 0,12-6-2 0,25 6 9 0,19 6-10 0,-6 1-1 0,-31-1 1 0,-7-6 2 0,-37-6 3 0,-13-1-3 0,13 1-1 0,31 0-1 0,31 6-1 0,6 12-2 0,-18 1 0 0,-19-1-26 0</inkml:trace>
  <inkml:trace contextRef="#ctx0" brushRef="#br0">13870 2478 7 0,'-12'-18'3'0,"-1"18"-3"0,13 0 0 0,6 12 0 0,7-6 0 0,-13 7-2 0,0-7-2 0,0 7 0 0</inkml:trace>
  <inkml:trace contextRef="#ctx0" brushRef="#br0">13789 2547 0 0,'0'-6'10'0,"0"6"-1"0,12 0-6 0,13 0-1 0,0 6-2 0,0 1 5 0,-6-7 3 0,6-7 0 0,13 1-2 0,-7 0-1 0,13 6-2 0,-13 0-2 0,-12-6 0 0,-13-1 1 0,0 1-2 0,7 6 0 0,-1 0-3 0,-5 0-29 0,-7 6 10 0</inkml:trace>
  <inkml:trace contextRef="#ctx0" brushRef="#br0">13977 2535 0 0,'0'0'1'0,"12"0"6"0,1 6-1 0,-7 0-3 0,-12 1 2 0,6-1 7 0,-7 6-4 0,7 13-3 0,0 13-2 0,7-7 1 0,-7 7 0 0,-13-7 0 0,-6 0-3 0,19-6 0 0,0-12 0 0,7-7-1 0,-1 0-18 0,-6-6-24 0</inkml:trace>
  <inkml:trace contextRef="#ctx0" brushRef="#br0">13820 2541 3 0,'0'-12'0'0,"0"5"1"0,19 1-1 0,0 0 1 0,12 6 5 0,13-7 2 0,12 7-1 0,0 0-4 0,-6 0 0 0,-18 0 0 0,-26 0 0 0,6-6-2 0,-5 6 0 0,-1 0 0 0,0 0-2 0,-6 6-23 0,0 1 8 0</inkml:trace>
  <inkml:trace contextRef="#ctx0" brushRef="#br0">14002 2516 0 0,'0'0'0'0,"6"0"1"0,-6 0 1 0,6 13 4 0,-6 18 5 0,-6 19-4 0,0 0-2 0,-1-6-3 0,7-13 0 0,7-12 5 0,-1-7-1 0,0-5-4 0,-6-7 0 0,0-7-53 0</inkml:trace>
  <inkml:trace contextRef="#ctx0" brushRef="#br0">920 6516 1 0,'6'0'19'0,"0"-7"1"0,0 7-1 0,1 0-8 0,-14 0 2 0,1 13-8 0,-6 0 0 0,5-7-3 0,1 0 0 0,0 0 0 0,0 1-1 0,6-7 4 0,0-7-2 0,12-5 0 0,1-13 0 0,5 6-2 0,-5 0 0 0,6 7 0 0,-13-1 0 0,0 7 0 0,-6 6-1 0,0 6 0 0,0 13 1 0,-6 6-1 0,0 6-1 0,6 1 1 0,-7-1-3 0,7 6 3 0,-6-12-1 0,0-6 1 0,-7-6 1 0,1-7-2 0,-7 0 2 0,-12 1-2 0,6-1 0 0,25 0 1 0,19-6 2 0,24 0 1 0,1 0-1 0,-13 0 0 0,-5 0 1 0,-14 0-2 0,-6 0-1 0,-6 6-28 0,7 7-56 0</inkml:trace>
  <inkml:trace contextRef="#ctx0" brushRef="#br0">907 7373 39 0,'0'-12'11'0,"-6"-7"3"0,6 13 2 0,-19 6-14 0,7 25 0 0,5 12 1 0,7-5 0 0,7-1 1 0,18-12 0 0,0-1 1 0,0-18 0 0,6-6-3 0,0-6 3 0,-6-13-3 0,-6 0-1 0,0 6 0 0,-13-6 0 0,-6 0 0 0,0 0-1 0,-12 6 1 0,-13 0 0 0,0 13 0 0,6 6-3 0,0 6 1 0,-6 13-10 0,-6 18-94 0</inkml:trace>
  <inkml:trace contextRef="#ctx0" brushRef="#br0">106 6860 0 0,'0'0'0'0,"-6"0"26"0,6 0-11 0,0 0 6 0,13 0-15 0,5 0-1 0,20 0 1 0,-1 0 0 0,-5 0 0 0,-7 0 0 0,-13 0-2 0,-5 0-2 0,-7-6-1 0,6-1-9 0,-6 7-22 0,0 0-36 0</inkml:trace>
  <inkml:trace contextRef="#ctx0" brushRef="#br0">56 6873 12 0,'0'0'3'0,"0"0"13"0,-6 0 0 0,0 6-6 0,6 6-4 0,6 1 0 0,13-7 2 0,0 0-5 0,-1-6-1 0,26 7 3 0,-13 5 0 0,-6-6-3 0,-18 1-1 0,-1 5 0 0,-6 7-2 0,-6-7 0 0,-1 13-1 0,-5-6 0 0,-13 6 2 0,0 0-1 0,0-6 1 0,6 0 0 0,7 0 1 0,-1-7-1 0,13 1 1 0,-6-7-1 0,18 0 1 0,13-6 0 0,7 0 0 0,11 0 2 0,-18 0 2 0,0 0 0 0,-6 0 1 0,-12 0 0 0,-1-6-4 0,0 6-1 0,-6 0-8 0,-6 0-67 0,6 0 42 0</inkml:trace>
  <inkml:trace contextRef="#ctx0" brushRef="#br0">394 6647 2 0,'0'0'14'0,"-6"0"6"0,0-6-3 0,-1 6-6 0,7 0-4 0,0 0-2 0,13 12 0 0,12 1-6 0,12-1 1 0,7-5 2 0,-19-1-1 0,-6 0 1 0,-6-6 5 0,-7 0-1 0,-12 13 0 0,-7-1-2 0,-12 13-4 0,-6-6 0 0,6 6-5 0,6-6-63 0,13-19 41 0</inkml:trace>
  <inkml:trace contextRef="#ctx0" brushRef="#br0">607 6779 40 0,'0'0'4'0,"-6"12"24"0,-13 13-14 0,-6 0-9 0,0 7-4 0,12-14-11 0,1-5-64 0</inkml:trace>
  <inkml:trace contextRef="#ctx0" brushRef="#br0">651 6641 9 0,'0'0'9'0,"-7"6"13"0,-5 7-4 0,6 12-12 0,-1 0-4 0,14-6-1 0,11-7 1 0,-5-12 1 0,-1-6 7 0,-5-19 2 0,-7 0-4 0,0 0-4 0,-13 12-4 0,7 1-41 0,0 12-13 0</inkml:trace>
  <inkml:trace contextRef="#ctx0" brushRef="#br0">719 6635 14 0,'0'0'11'0,"7"0"5"0,5-7 0 0,13 1-6 0,0 0-4 0,-6 0-1 0,-13 6-2 0,-12-7-1 0,0 7-1 0,0-12 0 0,-1 6 0 0,7 6 2 0,0 6-1 0,0 13-2 0,0-1-24 0,0-11-34 0</inkml:trace>
  <inkml:trace contextRef="#ctx0" brushRef="#br0">444 7273 1 0,'0'0'7'0,"0"0"15"0,-6 6-5 0,-19 7-11 0,0 6-4 0,-6-7-3 0,12 1 1 0,0-1-1 0,7-6 1 0,12 7 2 0,-7 6 1 0,20 0-1 0,6-1 1 0,-7 7 2 0,1-12-10 0,-1-1-55 0</inkml:trace>
  <inkml:trace contextRef="#ctx0" brushRef="#br0">419 7417 1 0,'0'0'6'0,"0"0"13"0,-6-6-2 0,6 6-6 0,-6 12-5 0,-1 13-4 0,7-6 2 0,7 0-2 0,18-19-4 0,0-13 5 0,-13-12 7 0,-6-6-5 0,-24 12-2 0,-1 13-34 0,6 6-22 0</inkml:trace>
  <inkml:trace contextRef="#ctx0" brushRef="#br0">532 7505 13 0,'0'0'10'0,"6"6"20"0,19 0-26 0,6-6 0 0,-12 6-2 0,-6-6 1 0,-13-12-1 0,6-1-2 0,-6-5 6 0,0 5 2 0,0 1-3 0,0 12-5 0,6 6 2 0,0 13 0 0,1 6 1 0,-20 0-14 0,-18-13-67 0</inkml:trace>
  <inkml:trace contextRef="#ctx0" brushRef="#br0">13464 4137 54 0,'25'-44'24'0,"-19"32"-2"0,-6-7-1 0,12 19-15 0,1 25-4 0,-7 44 2 0,-6 44 1 0,-6 24 0 0,6 14-2 0,6-20-2 0,-6-37 4 0,-50 6 3 0,38-81-6 0,12-38-17 0,31-75-118 0</inkml:trace>
  <inkml:trace contextRef="#ctx0" brushRef="#br0">13570 4031 57 0,'0'-6'3'0,"-19"-7"17"0,19 13-7 0,6 6 8 0,38-6-9 0,12 0-8 0,7-6 4 0,0-7 0 0,18 7-4 0,13-6 0 0,6 12-1 0,6-7 0 0,1-5-1 0,5-1 7 0,1 1-2 0,-1 6-3 0,-11 6 0 0,-20 6-4 0,25 0 0 0,-12-6 2 0,0-12-2 0,-6 5 5 0,-26 7-8 0,1 0-2 0,12 0-2 0,19 0 2 0,6 0 3 0,-6 0 2 0,-38 0 1 0,-25 0-1 0,-6-6-2 0,0 6 3 0,0 6-1 0,0 7 0 0,0 6 4 0,-6-7-6 0,6 13 2 0,0 7-1 0,6 11 1 0,-12 7 0 0,-13 7 1 0,-6 12-2 0,0 6 1 0,7 12-2 0,-1 1 3 0,-12-7-2 0,-19-18 1 0,-7-7 0 0,20-6 0 0,6-12 1 0,-1-19 0 0,7-7 2 0,0-12-2 0,-12-6 0 0,-20-7-1 0,-11 1 1 0,-14-1 0 0,-18 1 4 0,-44 6-1 0,-18-1 6 0,-45 14-7 0,38-1-5 0,19-12 2 0,-6-1 0 0,-38-5-1 0,44 6-2 0,0 12 2 0,12 6-3 0,13-5 1 0,0 5 3 0,0 7 0 0,12-7 0 0,26 7 0 0,-1-13 0 0,7 1 0 0,-7-7 0 0,1-7 1 0,5-5-1 0,-5 6 0 0,6-7 0 0,18 1 2 0,13 5-2 0,12 7 2 0,1 0-2 0,-1 0 0 0,7 0 0 0,0-12 1 0,6-7 0 0,6-18-3 0,0-7 2 0,13-19 1 0,6-6-1 0,-19 7 1 0,-6-13 0 0,7 6-1 0,5 12-4 0,1 26 0 0,-7 6 4 0,0 0 0 0,7-6 0 0,-7 12 1 0,-6 0-1 0,6 13-1 0,1 0 1 0,5-1-1 0,7 1 0 0,0 0 2 0,12 0-1 0,6-7-1 0,7 7 1 0,6 0-1 0,7-7 0 0,-1 1 1 0,13 5 1 0,6 1-3 0,6 6 3 0,0-6-2 0,7-1 0 0,6-5 4 0,-19 6 0 0,0 6 1 0,-6-13-3 0,25 1 2 0,-7 5-1 0,-18 7-2 0,12 0 0 0,1 0-1 0,12 0 0 0,-7-6-2 0,-12 6 14 0,-37 0-16 0,6 0 0 0,24 0-2 0,20 6-1 0,12-6 6 0,-19 0 2 0,-30 7-2 0,-8-1 2 0,-5-6-2 0,-7 12 2 0,-6-5 0 0,-6-1 2 0,0-6-1 0,-1 0 0 0,-5 0-1 0,12-6 1 0,13 12-1 0,-1 6 0 0,-12-5-1 0,-19-1 0 0,-6 0 1 0,0 7-1 0,7 6 1 0,-1 12-2 0,-6-31 2 0</inkml:trace>
  <inkml:trace contextRef="#ctx0" brushRef="#br0">15991 4181 174 0,'0'0'-1'0,"-12"19"0"0,-1 18 1 0,1 26 1 0,12 6-2 0,6 0-1 0,-6-19 2 0,0-6 0 0,-13-13 1 0,7 6-1 0,12 1 1 0,13-1-3 0,-6-5 5 0,-1-13-5 0,-12-7 5 0,0-6-2 0,0-6-2 0,0 7 1 0,-19-7 1 0,-31 0 0 0,-19-13 0 0,-12 7-4 0,-19 0 15 0,-19 6-12 0,-12-7 12 0,-107-11-16 0,75-1 5 0,19 12-1 0,-37 7 0 0,62 7-2 0,-6-7 0 0,6 0-3 0,13 6 3 0,6 0 2 0,6 13 0 0,6 0 1 0,13 0-1 0,6-13 2 0,7 0-2 0,-1 0 0 0,1-12 1 0,24 6-1 0,32 0 0 0,0 6 0 0,12-6-1 0,-6 0 2 0,0 7-1 0,0-7 1 0,6-19-27 0,32 6-123 0</inkml:trace>
  <inkml:trace contextRef="#ctx0" brushRef="#br0">4261 8005 4 0,'0'0'0'0,"0"-12"20"0,0 6-4 0,6-7 3 0,-6 7 4 0,0 0-7 0,0-1-1 0,0 1-5 0,0 0-1 0,6 6-1 0,-6 0-2 0,0 19 0 0,0 12 0 0,6 19-2 0,-6 13 3 0,0-7-2 0,0-6-1 0,-6-12-1 0,6-1 0 0,0-24-1 0,0-1 0 0,0-12 1 0,-6 0 0 0,0-12-12 0,6-7-28 0,6-6-79 0</inkml:trace>
  <inkml:trace contextRef="#ctx0" brushRef="#br0">4411 7955 11 0,'0'0'0'0,"-7"-12"44"0,7 12-9 0,0 12-8 0,0 38-6 0,-6 26-7 0,0 11-6 0,6-24-2 0,0-13-2 0,0-19-2 0,-6-18 1 0,6-7-6 0,0-19-60 0,12 1-18 0</inkml:trace>
  <inkml:trace contextRef="#ctx0" brushRef="#br0">5499 8012 16 0,'0'-7'11'0,"0"-11"15"0,7-1 9 0,-1 6-7 0,0 1-6 0,0 6-9 0,-6 18-7 0,0 38 3 0,-12 13-4 0,12-7 0 0,0 0-5 0,0-24 1 0,6-7 0 0,0-13 1 0,-6 1-20 0,0-19-55 0,0 6-2 0</inkml:trace>
  <inkml:trace contextRef="#ctx0" brushRef="#br0">5681 7955 10 0,'6'-12'9'0,"0"-7"28"0,7 7 1 0,-13 5-12 0,0 7-14 0,0 19-3 0,-7 31-1 0,1 13 0 0,0 18-1 0,-7-6-2 0,13-31-1 0,-6-6-1 0,0-13 2 0,6-13-3 0,0-12 3 0,0-12-3 0,6-13-41 0,-6 12-67 0</inkml:trace>
  <inkml:trace contextRef="#ctx0" brushRef="#br0">4705 7924 84 0,'0'0'0'0,"0"-6"13"0,-25 6 10 0,-13 6-13 0,1 0-7 0,30 1-2 0,1-7 0 0,6 12 4 0,6-6 1 0,-12 7 0 0,0 12-2 0,0 13 0 0,-1 5-1 0,1 7-1 0,0 7 0 0,-7-13-1 0,7-7 0 0,6-12 1 0,6-12 0 0,13-1 1 0,19-6-1 0,-1-6-3 0,1 0-40 0,-13-6-56 0</inkml:trace>
  <inkml:trace contextRef="#ctx0" brushRef="#br0">5293 7918 38 0,'0'0'9'0,"-6"-13"32"0,6 13-8 0,12 0-24 0,26 7-1 0,-13-1-6 0,-13-6 0 0,-12 6 4 0,0 0 1 0,0 7-6 0,6 6 0 0,-6 12-1 0,0 7 2 0,0 12-1 0,-12 6 0 0,6-12-2 0,6-7 1 0,0-5 0 0,0-1 0 0,0-19 1 0,-13-5 2 0,-12-7-1 0,-6-7-1 0,0-5-2 0,18 6-39 0,13-1-37 0</inkml:trace>
  <inkml:trace contextRef="#ctx0" brushRef="#br0">4767 8087 7 0,'0'0'15'0,"7"-6"-2"0,-1-1-6 0,0 7 4 0,-6-6 4 0,0 6-5 0,0-6-4 0,0 0-3 0,-6-1-1 0,6 7 0 0,-13-6 1 0,7 6 0 0,-6 0-2 0,5 0 1 0,-5 0-2 0,-1 6 1 0,1 1 0 0,-1 5 1 0,1 7 4 0,5 6 0 0,1-6-4 0,6-7 0 0,6-6-1 0,7-6 0 0,-1 0-1 0,1-6 0 0,0 0 1 0,-1 0 0 0,-6-1-1 0,-6 1-1 0,7 0 2 0,-7 0-2 0,0 6 2 0,6-7-1 0,-6 7 0 0,0 0 0 0,6 0 0 0,-6 0 0 0,6-6 0 0,-6 6 1 0,0 0-1 0,7 0 0 0,-7 0 0 0,0 0 0 0,0 0 0 0,6 0 1 0,-6-6-1 0,0 6-1 0,0 0 1 0,6 6 0 0,-6 7 0 0,0 12-1 0,0-7 0 0,0-11 1 0,0-1 1 0,19-12 0 0,-13 6 0 0,-6-7-12 0,0 14-82 0</inkml:trace>
  <inkml:trace contextRef="#ctx0" brushRef="#br0">4861 8187 26 0,'0'0'26'0,"0"0"15"0,0 6-10 0,0 13-15 0,0 0-9 0,0-13-4 0,-6 0-12 0,0 1-104 0</inkml:trace>
  <inkml:trace contextRef="#ctx0" brushRef="#br0">5068 8074 12 0,'0'-6'6'0,"0"0"13"0,6-7-9 0,-6 1 2 0,0 6 7 0,-6-7-7 0,-1 0-5 0,1 7-4 0,0 6-2 0,-7 6 2 0,-5 7 6 0,-1 12-4 0,6 6-4 0,13-6 0 0,7-18 1 0,11-7-1 0,14-19 1 0,-14 6 9 0,1 7 10 0,-13 19-14 0,-6 5-5 0,0 7-5 0,-6 0-52 0,6-18-20 0</inkml:trace>
  <inkml:trace contextRef="#ctx0" brushRef="#br0">5149 8106 24 0,'0'-7'26'0,"12"1"31"0,1-6-29 0,-1 12-16 0,1 6-6 0,-7 13-3 0,-6-7-1 0,-6 7 0 0,0 0 0 0,-13-1-1 0,0 1-2 0,7-6 0 0,-1-1 2 0,13-12 0 0,13 0 1 0,5 0-1 0,14 0-1 0,-14-6 0 0,-18 6 0 0,-18 0-80 0,11 6 27 0</inkml:trace>
  <inkml:trace contextRef="#ctx0" brushRef="#br0">6031 8087 49 0,'-6'0'23'0,"0"-6"20"0,18 6-22 0,19-7-4 0,19 1-9 0,0 0-3 0,-25 0-2 0,-18 6-2 0,-1 0-27 0,0 12-92 0</inkml:trace>
  <inkml:trace contextRef="#ctx0" brushRef="#br0">6000 8156 63 0,'-19'6'30'0,"19"-6"0"0,25 0-21 0,25-6-1 0,0-1-4 0,-31 1-30 0,-7 6-78 0</inkml:trace>
  <inkml:trace contextRef="#ctx0" brushRef="#br0">6675 8118 17 0,'7'0'10'0,"-1"-6"31"0,0-7-21 0,7-12-6 0,-13 0-1 0,0 7-4 0,-7 5-6 0,-11 0-2 0,-1 1 0 0,-6 12-1 0,-6 0 3 0,6 6-3 0,-7 13 1 0,7 12 0 0,19 1-1 0,0-1 0 0,12-19 0 0,25-12 1 0,13-18 0 0,-6-7 0 0,-1 6 2 0,-18 19 7 0,0 12-3 0,-13 7-3 0,0 6-1 0,1 0-4 0,5-12-6 0,1-1-61 0,-13-12-8 0</inkml:trace>
  <inkml:trace contextRef="#ctx0" brushRef="#br0">6738 7768 59 0,'0'0'0'0,"19"-19"38"0,12 13-2 0,0 18-19 0,-12 7-14 0,-13 0 2 0,-6-7-1 0,-6 1 0 0,0-1-3 0,-7 7 1 0,13-6-2 0,-6-13 4 0,12-7-1 0,-6 1-18 0,0 12-104 0</inkml:trace>
  <inkml:trace contextRef="#ctx0" brushRef="#br0">6801 8137 100 0,'12'-6'31'0,"1"6"0"0,-7 43-22 0,-19 14 0 0,7 5-5 0,6-24-1 0,0-13 1 0,0-25-14 0,-6-13-124 0</inkml:trace>
  <inkml:trace contextRef="#ctx0" brushRef="#br0">6757 7805 56 0,'0'0'10'0,"6"-19"43"0,19 13-25 0,6 19-17 0,7 24-6 0,-26 7-3 0,-24-6 1 0,-13-13 4 0,12-19 0 0,13-6-3 0,50-6-3 0,32-1-38 0,-38 7-68 0</inkml:trace>
  <inkml:trace contextRef="#ctx0" brushRef="#br0">7220 8049 112 0,'-6'-12'24'0,"18"6"3"0,38-1-20 0,19 7-6 0,-19-6-21 0,-31-7-104 0</inkml:trace>
  <inkml:trace contextRef="#ctx0" brushRef="#br0">7351 7930 68 0,'-25'13'46'0,"-6"43"-15"0,25 1-21 0,24-1-21 0,-11-19-84 0</inkml:trace>
  <inkml:trace contextRef="#ctx0" brushRef="#br0">7802 8024 80 0,'12'-19'7'0,"1"-6"28"0,-13 13-13 0,0-7-12 0,-13-12-6 0,-12 18-3 0,-6 7 0 0,-13 25 1 0,-6 25-1 0,19-1-1 0,18-5-1 0,38-25 2 0,25-20 1 0,7-24-2 0,-14 18 4 0,-36 20 0 0,-7 24-2 0,-13 13-11 0,1-7-115 0</inkml:trace>
  <inkml:trace contextRef="#ctx0" brushRef="#br0">7858 8112 87 0,'19'-6'12'0,"18"-7"21"0,-12 19-13 0,-12 26-8 0,-13 5-5 0,0 1-1 0,-7-19-1 0,-11-1 0 0,-14-11 3 0,14-1 2 0,18-6-5 0,25 0-3 0,31-13-3 0,19-12-35 0,-25-6-92 0</inkml:trace>
  <inkml:trace contextRef="#ctx0" brushRef="#br0">8071 7830 71 0,'0'0'0'0,"12"-25"27"0,13 13 8 0,6 5-15 0,-6 14-11 0,-12 36-2 0,-19 1-3 0,-7-12 3 0,-6-20 4 0,7-6 2 0,18-12-5 0,38-6-6 0,62-1-4 0,82 19-153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11193 8018 61 0,'-7'-6'5'0,"-12"-7"31"0,13 7-5 0,0 0-18 0,18 6-10 0,32 0 1 0,6-7-2 0,7 7 2 0,-1 0-3 0,-12-6 1 0,-13 6-2 0,-12 0 2 0,-19-6 1 0,-6 0-1 0,-13-7-2 0,0 1 1 0,6 12-2 0,-5 0 1 0,5 0-1 0,7 18 2 0,6 14-4 0,6 18 2 0,7 6-2 0,-13 7 3 0,-7-19-2 0,-11-26 4 0,-20-11 2 0,1-20 3 0,12-6-4 0,12 19-4 0,13 0-62 0,13 7-25 0</inkml:trace>
  <inkml:trace contextRef="#ctx0" brushRef="#br0">11662 7868 70 0,'-7'-13'10'0,"1"-6"32"0,-13 26-19 0,-12 49-12 0,6 44-4 0,19-6-6 0,18-19-1 0,26-25 2 0,-1-37-3 0,7-32-67 0,-31 7-3 0</inkml:trace>
  <inkml:trace contextRef="#ctx0" brushRef="#br0">11781 7974 36 0,'-7'-6'16'0,"7"-13"12"0,-6 7-12 0,6 5-6 0,6 1 2 0,-6 12 1 0,0 19-4 0,0 7-4 0,-6-1-1 0,0 0 0 0,0-12-1 0,6-13-1 0,0 1 2 0,18-26-1 0,-11 0-1 0,11 0-1 0,-11 13-1 0,5 12-1 0,1 7 1 0,12-1 0 0,-25-12 0 0,18 0 1 0,-5-18 1 0,-7-8 5 0,-12 14-5 0,6 12-39 0,-6 0-70 0</inkml:trace>
  <inkml:trace contextRef="#ctx0" brushRef="#br0">12043 7830 97 0,'0'0'17'0,"13"38"8"0,-1 49-8 0,-24 20-13 0,-13-32-2 0,-6-25 2 0,12-19 2 0,6-18-2 0,13-13 1 0,7-13-14 0,-1-5-22 0,0 5-5 0,0 7-48 0</inkml:trace>
  <inkml:trace contextRef="#ctx0" brushRef="#br0">12312 7955 99 0,'0'-12'17'0,"25"-1"-16"0,25 1-4 0,1 12-102 0</inkml:trace>
  <inkml:trace contextRef="#ctx0" brushRef="#br0">12306 8056 84 0,'0'0'0'0,"-25"0"29"0,31 0 0 0,51 0-23 0,43-19-44 0,-31 13-61 0</inkml:trace>
  <inkml:trace contextRef="#ctx0" brushRef="#br0">13013 7567 126 0,'0'-25'1'0,"-6"44"15"0,-13 44 5 0,7 43-16 0,5-31-4 0,20-12-57 0,-13-32-48 0</inkml:trace>
  <inkml:trace contextRef="#ctx0" brushRef="#br0">12750 7962 130 0,'-12'-7'3'0,"-13"1"21"0,69-19-12 0,74 0-12 0,39 13-2 0,-32 18-1 0,-50 0-3 0,-62 7-128 0</inkml:trace>
  <inkml:trace contextRef="#ctx0" brushRef="#br0">12700 8193 51 0,'-12'-12'17'0,"12"-13"15"0,12 0-1 0,13 18-14 0,7 14-10 0,5 11-4 0,-12 14-3 0,-6-7 2 0,-25 0 5 0,-38 19-1 0,-25-1-1 0,19-5-1 0,37-19-1 0,20-13 0 0,24-6 0 0,7-12-2 0,5 5-2 0,1 7-19 0,0-6-104 0,-38 6 89 0</inkml:trace>
  <inkml:trace contextRef="#ctx0" brushRef="#br0">13019 8206 82 0,'0'-6'25'0,"-6"-7"6"0,6 32-10 0,0-13-20 0,-6 38 5 0,0-7-5 0,-7-5-15 0,7-7-61 0,6-19 12 0</inkml:trace>
  <inkml:trace contextRef="#ctx0" brushRef="#br0">12994 8231 33 0,'-6'-31'34'0,"19"-1"15"0,5 20-16 0,7 18-22 0,0 19-5 0,0 13-1 0,0-7-5 0,-6-6-2 0,0-13-37 0,0-18-33 0,-7-6 24 0</inkml:trace>
  <inkml:trace contextRef="#ctx0" brushRef="#br0">13213 8124 50 0,'-6'-18'29'0,"6"11"24"0,0 39-36 0,0 30-8 0,-12 1-3 0,5-19-7 0,1-19-95 0,6-25 48 0</inkml:trace>
  <inkml:trace contextRef="#ctx0" brushRef="#br0">13507 7498 35 0,'-6'-6'25'0,"-6"-6"16"0,12 12-16 0,18-7-16 0,32 7-5 0,19 0-1 0,13 7-3 0,-20-1-1 0,-24-6 1 0,-20 0-2 0,-11 6-38 0,-26 7-52 0</inkml:trace>
  <inkml:trace contextRef="#ctx0" brushRef="#br0">13539 7517 56 0,'0'-12'16'0,"-13"-1"32"0,7 13-29 0,6 13-16 0,0 5-1 0,19-5 0 0,18 6 0 0,1 0-2 0,5-1 0 0,-5 7 1 0,-13 7-2 0,-12-1 3 0,-13-6 3 0,-25 6 1 0,-19 7-4 0,0-7 1 0,13 0 0 0,18-5-1 0,32-20-1 0,37-6 0 0,19 0-2 0,0-6-1 0,-12-1 1 0,-32 7 1 0,-12 0-2 0,-19 7-60 0,0 5-24 0</inkml:trace>
  <inkml:trace contextRef="#ctx0" brushRef="#br0">13545 8131 31 0,'0'0'0'0,"0"-25"38"0,6 18-1 0,-6 14-18 0,0 18-5 0,-12 6-7 0,12-6-2 0,0 0-2 0,6-19-1 0,13 1-1 0,6-7 0 0,6-13-20 0,-19-6-39 0,1-12-17 0</inkml:trace>
  <inkml:trace contextRef="#ctx0" brushRef="#br0">13595 7987 45 0,'-6'-7'30'0,"-1"-5"10"0,7 6-28 0,7 12-29 0,11 13-84 0</inkml:trace>
  <inkml:trace contextRef="#ctx0" brushRef="#br0">13726 8049 51 0,'0'0'0'0,"-6"-6"36"0,6 0-14 0,19 6-21 0,6 0-11 0,6 0-48 0,-25 0 21 0</inkml:trace>
  <inkml:trace contextRef="#ctx0" brushRef="#br0">13733 8106 48 0,'-13'0'14'0,"13"0"16"0,13 0-30 0,24 0-31 0,7-19-11 0,-38 13 28 0</inkml:trace>
  <inkml:trace contextRef="#ctx0" brushRef="#br0">13908 8024 17 0,'6'0'24'0,"0"7"26"0,-18 36-19 0,-13 20-19 0,18-26-11 0,7-5-67 0,0-26 7 0</inkml:trace>
  <inkml:trace contextRef="#ctx0" brushRef="#br0">13476 7192 59 0,'0'0'0'0,"0"-13"18"0,13 26 18 0,-7 18-20 0,-6 0-5 0,0 1-4 0,-6-20-1 0,-1 7-3 0,-5-13 0 0,6-12 1 0,-1-19-2 0,7-6-1 0,13-7 0 0,6 0-1 0,-7 26 1 0,7 12-2 0,0 38 0 0,12 12 0 0,-6-7-1 0,6-30 4 0,-12-38 3 0,-7-19-3 0,-5-12 1 0,-7 24-2 0,6 26-36 0,0 12-79 0</inkml:trace>
  <inkml:trace contextRef="#ctx0" brushRef="#br0">14189 7405 42 0,'0'-38'14'0,"-6"32"21"0,-25 56-13 0,-1 37-10 0,7 1-8 0,19-13-3 0,19-25 0 0,12-18-27 0,0-14-47 0,-19-18 48 0</inkml:trace>
  <inkml:trace contextRef="#ctx0" brushRef="#br0">14296 7536 35 0,'6'-25'12'0,"6"0"29"0,-5 25-20 0,-7 31-10 0,-7 13-7 0,1-6-1 0,25-20-1 0,12-18 2 0,7-18-2 0,-7-14 1 0,-6 1-2 0,-6 12 0 0,-13 13-1 0,-6 12 1 0,-6 51-1 0,-13 30 0 0,0 32 0 0,1-31-1 0,-8-38 4 0,-5-31 5 0,12-38 1 0,13-37-5 0,25-7-4 0,18 13 0 0,14 0-39 0,-14 12-78 0</inkml:trace>
  <inkml:trace contextRef="#ctx0" brushRef="#br0">14477 7248 57 0,'0'0'4'0,"-6"6"32"0,-13 32-11 0,0-1-17 0,19-24-1 0,0-32 4 0,32-31-9 0,-1 25-1 0,-19 25 0 0,7 38-1 0,12 5 0 0,1-5-44 0,-7-13-52 0</inkml:trace>
  <inkml:trace contextRef="#ctx0" brushRef="#br0">14715 7580 87 0,'-6'-13'11'0,"6"7"14"0,25 0-25 0,25 6-71 0,-38 0 26 0</inkml:trace>
  <inkml:trace contextRef="#ctx0" brushRef="#br0">15009 7448 52 0,'0'-6'12'0,"-6"6"26"0,-1 25-23 0,1 19-14 0,6-6 0 0,25-26 1 0,19-18-2 0,6-26 0 0,-13-5 0 0,-11 6 2 0,-14 12 6 0,-6 13 7 0,1 18-14 0,-1 38-4 0,-6 25-3 0,-25 19-4 0,-7-12 13 0,7-39 0 0,-6-24 3 0,12-25-1 0,7-32-1 0,12-12-3 0,12 6-1 0,20 19 0 0,18-12-25 0,12 6-50 0,-37 24 28 0</inkml:trace>
  <inkml:trace contextRef="#ctx0" brushRef="#br0">15315 7279 29 0,'0'0'0'0,"0"-6"26"0,13 0 7 0,6 31-28 0,6 50-8 0,-7 38 5 0,-18-7 5 0,-12-37 1 0,-13-38-50 0,12-25-19 0</inkml:trace>
  <inkml:trace contextRef="#ctx0" brushRef="#br0">15497 7110 33 0,'6'-6'20'0,"19"-6"15"0,13-1-12 0,5 7-16 0,-11 25-2 0,-13 12-1 0,-13 13 3 0,-19-13-1 0,-18-6-5 0,0-12-2 0,18-1 4 0,32-12 5 0,25 0-8 0,18 0-3 0,-18 0 1 0,-19 0-21 0,-12 6-85 0</inkml:trace>
  <inkml:trace contextRef="#ctx0" brushRef="#br0">10154 8306 49 0,'-13'-31'21'0,"7"6"18"0,0 6-19 0,18 25-10 0,26 25 0 0,-19 19-6 0,-7-12-2 0,-18-13 1 0,-6-12 0 0,-1-26 2 0,7-37-2 0,12 6-2 0,13 13 2 0,0 18-6 0,6 7 3 0,0 12 2 0,6 7-2 0,-19-1-1 0,-12 7 2 0,0-6-1 0,-6-7 1 0,6-31 2 0,13 6-3 0,12 0-4 0,-7 7 6 0,7 12-3 0,-6 12 1 0,-6 13 1 0,-7-6-2 0,-6 0-4 0,-6 6-61 0,18-19-32 0</inkml:trace>
  <inkml:trace contextRef="#ctx0" brushRef="#br0">10523 8225 30 0,'6'-25'35'0,"1"12"4"0,5 13-22 0,-6 13-10 0,1 5-2 0,-7 1-1 0,6 6-3 0,0-6 0 0,7-13 1 0,12-6 0 0,0-12-1 0,-13-1 1 0,1-6-2 0,-7-6-1 0,13 7 3 0,-7 5 1 0,-5 19 0 0,-1 13 0 0,-6 6-1 0,0-6 2 0,0-13-3 0,6-18 4 0,13-20-7 0,0 14 4 0,-1 11-3 0,-5 26 0 0,12 6 3 0,-13-12-1 0,-5-7-38 0,-14-25-79 0</inkml:trace>
  <inkml:trace contextRef="#ctx0" brushRef="#br0">10673 8031 82 0,'0'-7'3'0,"-12"-5"16"0,24 12-18 0,13 12-84 0</inkml:trace>
  <inkml:trace contextRef="#ctx0" brushRef="#br0">10567 8556 6 0,'-6'0'5'0,"-1"-6"1"0,14-13-4 0,-1 0 13 0,-6 13 12 0,0 0-1 0,-6 6-11 0,6-6-7 0,0 6-1 0,6 12-1 0,-6 13-2 0,0 7-2 0,0-1-2 0,0-12 1 0,6-13 0 0,-6-6 5 0,6-25-2 0,7 0-1 0,-1 6-1 0,1-12-1 0,-1 24 0 0,-5 7-1 0,-1 13-1 0,6 6 0 0,7-7 1 0,6-5 0 0,-12-7 1 0,-1-7 0 0,-5-18 3 0,-7-6-1 0,-7 12-1 0,1 13-1 0,0 6-2 0,6 19-6 0,12-7-126 0</inkml:trace>
  <inkml:trace contextRef="#ctx0" brushRef="#br0">7088 8218 31 0,'0'-18'10'0,"7"-14"12"0,-1 7 1 0,0 6-2 0,0 13-7 0,-6 12 0 0,0 1-9 0,7 18-1 0,-14 12-2 0,1 1-3 0,6-19 5 0,6-7-3 0,7-12 1 0,-13 0-1 0,6 0 1 0,7-6-1 0,-7-13-3 0,19-12 4 0,-6 18 0 0,0 7-3 0,-1 12 1 0,-5 7-2 0,12-7 2 0,0-6 1 0,0-12 2 0,-13-14 1 0,-5-5 1 0,-20-6-1 0,1-1-1 0,12 26-18 0,6 30-79 0,0-11 49 0</inkml:trace>
  <inkml:trace contextRef="#ctx0" brushRef="#br0">7564 8131 82 0,'-6'-7'10'0,"12"1"11"0,25 0-18 0,19 0-11 0,13 6-45 0,-44 0 9 0</inkml:trace>
  <inkml:trace contextRef="#ctx0" brushRef="#br0">7614 8212 41 0,'-19'6'30'0,"13"-6"-7"0,31 0-15 0,25-18-5 0,13-1-43 0,-32 6-12 0</inkml:trace>
  <inkml:trace contextRef="#ctx0" brushRef="#br0">8027 8012 42 0,'0'0'0'0,"-13"-7"53"0,-5 26-20 0,-20 31-22 0,19 0-5 0,25-12-3 0,20-13 0 0,17-19-2 0,1-12 2 0,-6-19 0 0,-7-13 0 0,-12 7-1 0,-19-13 0 0,0-12-1 0,0 6 1 0,-19 12-2 0,-12 13 2 0,-7 19-2 0,1 12-2 0,5 19 0 0,14 19 1 0,18 6 0 0,31-6 1 0,19-13 0 0,0-18-1 0,-13-13 1 0,-24 0 1 0,-1-13-41 0,-12 7-60 0</inkml:trace>
  <inkml:trace contextRef="#ctx0" brushRef="#br0">6888 7980 80 0,'0'0'0'0,"-12"-37"22"0,12 81 8 0,6 87-16 0,13 51-12 0,12-20-8 0,-6-61 3 0,-12-45 2 0,-7-44-33 0,0-62-63 0</inkml:trace>
  <inkml:trace contextRef="#ctx0" brushRef="#br0">6794 7974 78 0,'-18'-25'6'0,"11"13"12"0,26-7-4 0,75-12-4 0,87-7-6 0,63-12-3 0,13 12 1 0,-32 20-2 0,-56 5-1 0,-38 13 1 0,-24 0 0 0,-26 0-1 0,-43 0 2 0,-20 0 2 0,-11 6 2 0,11 32 0 0,14 31 2 0,11 43-3 0,1-5-1 0,-19-20-1 0,-12-24-1 0,-7-32 3 0,-6-18-49 0,-12-13-51 0</inkml:trace>
  <inkml:trace contextRef="#ctx0" brushRef="#br0">6838 8631 74 0,'0'0'0'0,"-75"13"5"0,88-32 21 0,105-37-11 0,145-38-7 0,88 13-3 0,11 24 0 0,-68 26-1 0,-87 0-1 0,-76 18-1 0,-93 13 0 0,-32 0 7 0,-12 0-6 0,-7-6-36 0,7 6-81 0</inkml:trace>
  <inkml:trace contextRef="#ctx0" brushRef="#br0">14483 2147 17 0,'-12'-7'17'0,"6"7"13"0,-7 0-13 0,1 0-1 0,12 0-7 0,12 7 2 0,13-7-7 0,31 0-1 0,26 0 0 0,24-7 1 0,-31 7 0 0,19 0-4 0,0 0 1 0,-19 0 3 0,-6 0 1 0,-25 0 8 0,-1-6-8 0,-5 0-5 0,-26 6 0 0,7-6-2 0,0 6-5 0,-7-7-41 0,1 7-52 0</inkml:trace>
  <inkml:trace contextRef="#ctx0" brushRef="#br0">15190 2047 28 0,'0'-7'22'0,"0"1"7"0,0 6-8 0,0 0-16 0,7 6 1 0,5 7-2 0,1-1-2 0,12-5 0 0,0-1-2 0,-13 0 1 0,7 0-1 0,0-6 1 0,-13 0-2 0,0 7 1 0,0-7 3 0,1 0 0 0,-7 0 1 0,0 0-1 0,0 6 2 0,-13 6 3 0,-18 20-2 0,-13 12 3 0,0-13 2 0,13-6-14 0,12-6 9 0,7-13-1 0,12 0-4 0,-7-12-98 0,7 6 42 0</inkml:trace>
  <inkml:trace contextRef="#ctx0" brushRef="#br0">14890 2447 66 0,'0'-12'9'0,"-6"-1"21"0,-13 13-11 0,-6 13-6 0,0 30-4 0,-6 8-1 0,12-8-3 0,19-11-3 0,19-7 0 0,6-13 0 0,25-12 0 0,-7-25 0 0,-5 0-2 0,-13-12 1 0,-19-1 1 0,-6 0 0 0,-31 7-3 0,0 6 1 0,-1 19 0 0,7 6-1 0,13 19 1 0,6 6 0 0,24 12 0 0,14-5 0 0,-7-14 1 0,0-11-1 0,-13-7-2 0,-5 0-40 0,-7-7-77 0</inkml:trace>
  <inkml:trace contextRef="#ctx0" brushRef="#br0">14896 2491 9 0,'0'0'6'0,"-6"-19"35"0,6-6-6 0,0 6-7 0,0 7-9 0,0 6-12 0,0 12-1 0,0 19 5 0,-13 25-2 0,-5 0-2 0,11-6-1 0,-5-7-1 0,12-5-1 0,6-20-2 0,0-6 1 0,13-24 0 0,12-7-1 0,-5-13-1 0,5 13-1 0,-6-12 0 0,-6 11 0 0,-7 20 2 0,-6 6 0 0,-12 25-1 0,0 13 0 0,6-7-1 0,19-6 2 0,-1-19-2 0,7 1 1 0,7-20-1 0,-1-12 1 0,0 0 16 0,-6-6-18 0,0 6-1 0,-12 0 2 0,-13 0 1 0,0 0-3 0,-19 12 5 0,7 1-3 0,-7 24-5 0,0 7-4 0,6 12 9 0,26-6 3 0,12-12 9 0,6-13-15 0,-6-7-9 0,-6 1-45 0,-6-6-77 0</inkml:trace>
  <inkml:trace contextRef="#ctx0" brushRef="#br0">14471 2122 51 0,'-13'0'11'0,"1"0"15"0,12-13-12 0,6-24-7 0,7-20-2 0,-1-18-1 0,-12-44-2 0,0-12-1 0,6 18-3 0,1 19 0 0,-7 19 0 0,-7 19 2 0,7 18-1 0,-6 13 0 0,0 13 0 0,6 12 0 0,-6 6-1 0,-1 25 3 0,-11 26 3 0,-7 11 0 0,-1-18 1 0,14-18 0 0,12-26 1 0,-6-18 0 0,31-32-6 0,56-56-3 0,-37 93 1 0,6 26 1 0,-25 6 1 0,-13 0-1 0,-12-12-59 0,0-13 13 0</inkml:trace>
  <inkml:trace contextRef="#ctx0" brushRef="#br0">13507 1709 17 0,'0'0'0'0,"-12"0"9"0,-1 0 5 0,20 0-9 0,11-7 6 0,20 1-3 0,-1 0-4 0,7 0-3 0,19-13 2 0,-51 12-2 0,-12 1 0 0,7 0 1 0,-14 6-1 0,-11 0 0 0,-8 6 0 0,8 0-2 0,11 13 1 0,1 19 1 0,12 18-1 0,7 0 0 0,-7-12 1 0,-25-12 2 0,-12-20 4 0,0-6-3 0,18-24-4 0,13-1-37 0,19 6-15 0</inkml:trace>
  <inkml:trace contextRef="#ctx0" brushRef="#br0">13845 1502 21 0,'0'0'0'0,"6"-25"21"0,-6 50 9 0,-12 44-11 0,-7 44-6 0,19-26-7 0,25-24-5 0,13-32 3 0,-13-6-35 0,-13-25-48 0</inkml:trace>
  <inkml:trace contextRef="#ctx0" brushRef="#br0">13977 1621 12 0,'0'-13'21'0,"0"7"5"0,0 6-12 0,0 13-4 0,0 18-4 0,0 7-1 0,0-7-1 0,0-6-3 0,6-13 1 0,6-12 1 0,-5-18-1 0,11-1-2 0,-5 6 1 0,-1 20-1 0,13-7 1 0,7-13 0 0,-1-12 1 0,-12-6 1 0,-19 12-1 0,-13 13-29 0,1 6-51 0</inkml:trace>
  <inkml:trace contextRef="#ctx0" brushRef="#br0">14183 1477 54 0,'13'19'13'0,"24"43"17"0,-24 20-17 0,-32-7-3 0,-12-19-7 0,12-25-24 0,19-24-68 0</inkml:trace>
  <inkml:trace contextRef="#ctx0" brushRef="#br0">15315 2184 10 0,'-6'0'10'0,"0"-6"3"0,-7-7-1 0,7 7 1 0,0 0-9 0,6 6-1 0,25 6-1 0,25-6-3 0,38 0-4 0,18-6 9 0,-6 6-4 0,-31 0-2 0,-19-6 2 0,-19 6-5 0,-12 0-21 0,-13-7-6 0</inkml:trace>
  <inkml:trace contextRef="#ctx0" brushRef="#br0">15735 2040 6 0,'0'0'6'0,"-7"-6"6"0,-5 0-2 0,12 6 0 0,12-6-6 0,7 12-4 0,19 6 1 0,-1 20 2 0,-18-1 3 0,-13 13 0 0,-25-7 0 0,-12-5-2 0,6-14-3 0,0-5-14 0,13-7-37 0,12-6 38 0</inkml:trace>
  <inkml:trace contextRef="#ctx0" brushRef="#br0">14746 1270 1 0,'6'0'12'0,"-6"-6"0"0,0 6-2 0,0 0-3 0,0 0 2 0,0 6-4 0,0 7-1 0,7 6 1 0,-7-7-2 0,6 7 2 0,-6-6 1 0,0-1-3 0,0 7-1 0,6-7-1 0,-6 7 1 0,13-6-2 0,-13 5 1 0,6-5 0 0,-6 6 1 0,6-7-2 0,-6 7 2 0,6 0-2 0,-6-7 1 0,7 7 0 0,-1-6 0 0,0 12-1 0,0-7 3 0,-6 7-3 0,7-6 1 0,-1 0-2 0,0 0 2 0,-6 6 0 0,6 0 0 0,1 0-1 0,-7-13 2 0,6 7-2 0,6-6-1 0,-5-1 2 0,11 26 0 0,-11-19-1 0,5-7 0 0,1 1-1 0,-7-1 1 0,7 1-1 0,-7-1 2 0,0 1-2 0,7-1 3 0,-1 1-2 0,-6-1-1 0,1-6 1 0,5 1 1 0,-6-1-1 0,7 0 1 0,-7 1-2 0,7-7 1 0,-1 6 1 0,-6-6 0 0,13 6-1 0,0-6 0 0,-7 0 0 0,1 0 0 0,-1 0 0 0,1 0 0 0,0-6-1 0,-1 6 12 0,-6 0-13 0,7 0 2 0,-1 0-1 0,1-6-1 0,6 6 2 0,-1-7-1 0,-5 1 1 0,-7 0-2 0,7 6 2 0,5-13-3 0,1 7 2 0,0-7-1 0,0 7 2 0,-1-6-1 0,-5 5 1 0,0-5 0 0,-1-7-1 0,7 7-1 0,6-7-1 0,-6 0 2 0,-7 7-1 0,7-7 0 0,-7 0-1 0,7 0 1 0,-6-6 3 0,-1 6 6 0,7-6-8 0,0 0-2 0,6 0 1 0,-13 0 1 0,7-6 0 0,-13 0 0 0,7-1-1 0,-7 1 1 0,0 0 0 0,7-1 0 0,-7 1 0 0,0 0 0 0,7 6-1 0,-7-6 2 0,7 5-2 0,-7 14 2 0,-6-1 0 0,0 7 0 0,0 6-2 0,0 0 3 0,-6 6-17 0,-7 1-41 0</inkml:trace>
  <inkml:trace contextRef="#ctx0" brushRef="#br0">15121 2034 0 0,'0'0'8'0,"0"-6"1"0,0 0 0 0,0-1-1 0,0 1 1 0,-6 6-2 0,0 0-3 0,-19 19-2 0,19-7 0 0,6 7-1 0,0 0 1 0,12-13-1 0,7 0 1 0,0-6 1 0,-7 0-2 0,7-12 1 0,-6-1 0 0,-13-5 0 0,0 5 3 0,0 1-2 0,-13-1-1 0,7 7-1 0,-1 6 0 0,-5 0-1 0,-1 12 1 0,7 1 1 0,0 6-1 0,6-7 0 0,6-6 0 0,13 1 1 0,-7-7-1 0,7-7 1 0,-12 1-2 0,-1-13 2 0,-6 1-1 0,0 5 1 0,-13-6 0 0,1 13 1 0,5 0-2 0,-5 6 0 0,6 12 0 0,-7 1 1 0,13 6-2 0,0-7 1 0,0 1 1 0,6-1-1 0,1-6 0 0,11-6 0 0,-5-6-1 0,0-6 1 0,-13-1 0 0,0 1 0 0,-7-1 1 0,-5 7 0 0,5 6 1 0,-5 6-4 0,-1 13 2 0,7-7 1 0,6 1-1 0,6-13 0 0,-6 0 1 0,0 0-130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321894" y="1497985"/>
            <a:ext cx="381254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342004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jp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21894" y="1497985"/>
            <a:ext cx="381254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13" Type="http://schemas.openxmlformats.org/officeDocument/2006/relationships/hyperlink" Target="http://ppt/slides/ppt/slides/slide10.xml" TargetMode="External" /><Relationship Id="rId18" Type="http://schemas.openxmlformats.org/officeDocument/2006/relationships/hyperlink" Target="http://ppt/slides/ppt/slides/slide42.xml" TargetMode="External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12" Type="http://schemas.openxmlformats.org/officeDocument/2006/relationships/hyperlink" Target="http://ppt/slides/ppt/slides/slide6.xml" TargetMode="External" /><Relationship Id="rId17" Type="http://schemas.openxmlformats.org/officeDocument/2006/relationships/hyperlink" Target="http://ppt/slides/ppt/slides/slide38.xml" TargetMode="External" /><Relationship Id="rId2" Type="http://schemas.openxmlformats.org/officeDocument/2006/relationships/notesSlide" Target="../notesSlides/notesSlide3.xml" /><Relationship Id="rId16" Type="http://schemas.openxmlformats.org/officeDocument/2006/relationships/hyperlink" Target="http://ppt/slides/ppt/slides/slide36.xml" TargetMode="Externa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11" Type="http://schemas.openxmlformats.org/officeDocument/2006/relationships/hyperlink" Target="http://ppt/slides/ppt/slides/slide3.xml" TargetMode="External" /><Relationship Id="rId5" Type="http://schemas.openxmlformats.org/officeDocument/2006/relationships/image" Target="../media/image5.png" /><Relationship Id="rId15" Type="http://schemas.openxmlformats.org/officeDocument/2006/relationships/hyperlink" Target="http://ppt/slides/ppt/slides/slide32.xml" TargetMode="External" /><Relationship Id="rId10" Type="http://schemas.openxmlformats.org/officeDocument/2006/relationships/image" Target="../media/image10.png" /><Relationship Id="rId19" Type="http://schemas.openxmlformats.org/officeDocument/2006/relationships/hyperlink" Target="http://ppt/slides/ppt/slides/slide1.xml" TargetMode="External" /><Relationship Id="rId4" Type="http://schemas.openxmlformats.org/officeDocument/2006/relationships/image" Target="../media/image4.png" /><Relationship Id="rId9" Type="http://schemas.openxmlformats.org/officeDocument/2006/relationships/image" Target="../media/image9.png" /><Relationship Id="rId14" Type="http://schemas.openxmlformats.org/officeDocument/2006/relationships/hyperlink" Target="http://ppt/slides/ppt/slides/slide25.xml" TargetMode="Externa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 /><Relationship Id="rId3" Type="http://schemas.openxmlformats.org/officeDocument/2006/relationships/image" Target="../media/image11.png" /><Relationship Id="rId7" Type="http://schemas.openxmlformats.org/officeDocument/2006/relationships/image" Target="../media/image15.png" /><Relationship Id="rId12" Type="http://schemas.openxmlformats.org/officeDocument/2006/relationships/image" Target="../media/image18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4.png" /><Relationship Id="rId11" Type="http://schemas.openxmlformats.org/officeDocument/2006/relationships/customXml" Target="../ink/ink1.xml" /><Relationship Id="rId5" Type="http://schemas.openxmlformats.org/officeDocument/2006/relationships/image" Target="../media/image13.png" /><Relationship Id="rId10" Type="http://schemas.openxmlformats.org/officeDocument/2006/relationships/hyperlink" Target="http://ppt/slides/ppt/slides/slide1.xml" TargetMode="External" /><Relationship Id="rId4" Type="http://schemas.openxmlformats.org/officeDocument/2006/relationships/image" Target="../media/image12.png" /><Relationship Id="rId9" Type="http://schemas.openxmlformats.org/officeDocument/2006/relationships/image" Target="../media/image17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://ppt/slides/ppt/slides/slide1.xml" TargetMode="External" /><Relationship Id="rId5" Type="http://schemas.openxmlformats.org/officeDocument/2006/relationships/image" Target="../media/image21.png" /><Relationship Id="rId4" Type="http://schemas.openxmlformats.org/officeDocument/2006/relationships/image" Target="../media/image20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13" Type="http://schemas.openxmlformats.org/officeDocument/2006/relationships/hyperlink" Target="http://ppt/slides/ppt/slides/slide10.xml" TargetMode="External" /><Relationship Id="rId18" Type="http://schemas.openxmlformats.org/officeDocument/2006/relationships/hyperlink" Target="http://ppt/slides/ppt/slides/slide42.xml" TargetMode="External" /><Relationship Id="rId3" Type="http://schemas.openxmlformats.org/officeDocument/2006/relationships/image" Target="../media/image22.png" /><Relationship Id="rId7" Type="http://schemas.openxmlformats.org/officeDocument/2006/relationships/image" Target="../media/image7.png" /><Relationship Id="rId12" Type="http://schemas.openxmlformats.org/officeDocument/2006/relationships/hyperlink" Target="http://ppt/slides/ppt/slides/slide6.xml" TargetMode="External" /><Relationship Id="rId17" Type="http://schemas.openxmlformats.org/officeDocument/2006/relationships/hyperlink" Target="http://ppt/slides/ppt/slides/slide38.xml" TargetMode="External" /><Relationship Id="rId2" Type="http://schemas.openxmlformats.org/officeDocument/2006/relationships/notesSlide" Target="../notesSlides/notesSlide6.xml" /><Relationship Id="rId16" Type="http://schemas.openxmlformats.org/officeDocument/2006/relationships/hyperlink" Target="http://ppt/slides/ppt/slides/slide36.xml" TargetMode="Externa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11" Type="http://schemas.openxmlformats.org/officeDocument/2006/relationships/hyperlink" Target="http://ppt/slides/ppt/slides/slide3.xml" TargetMode="External" /><Relationship Id="rId5" Type="http://schemas.openxmlformats.org/officeDocument/2006/relationships/image" Target="../media/image5.png" /><Relationship Id="rId15" Type="http://schemas.openxmlformats.org/officeDocument/2006/relationships/hyperlink" Target="http://ppt/slides/ppt/slides/slide32.xml" TargetMode="External" /><Relationship Id="rId10" Type="http://schemas.openxmlformats.org/officeDocument/2006/relationships/image" Target="../media/image10.png" /><Relationship Id="rId19" Type="http://schemas.openxmlformats.org/officeDocument/2006/relationships/hyperlink" Target="http://ppt/slides/ppt/slides/slide1.xml" TargetMode="External" /><Relationship Id="rId4" Type="http://schemas.openxmlformats.org/officeDocument/2006/relationships/image" Target="../media/image23.png" /><Relationship Id="rId9" Type="http://schemas.openxmlformats.org/officeDocument/2006/relationships/image" Target="../media/image9.png" /><Relationship Id="rId14" Type="http://schemas.openxmlformats.org/officeDocument/2006/relationships/hyperlink" Target="http://ppt/slides/ppt/slides/slide25.xml" TargetMode="Externa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 /><Relationship Id="rId3" Type="http://schemas.openxmlformats.org/officeDocument/2006/relationships/image" Target="../media/image11.png" /><Relationship Id="rId7" Type="http://schemas.openxmlformats.org/officeDocument/2006/relationships/image" Target="../media/image27.png" /><Relationship Id="rId12" Type="http://schemas.openxmlformats.org/officeDocument/2006/relationships/image" Target="../media/image30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11" Type="http://schemas.openxmlformats.org/officeDocument/2006/relationships/customXml" Target="../ink/ink2.xml" /><Relationship Id="rId5" Type="http://schemas.openxmlformats.org/officeDocument/2006/relationships/image" Target="../media/image25.png" /><Relationship Id="rId10" Type="http://schemas.openxmlformats.org/officeDocument/2006/relationships/hyperlink" Target="http://ppt/slides/ppt/slides/slide1.xml" TargetMode="External" /><Relationship Id="rId4" Type="http://schemas.openxmlformats.org/officeDocument/2006/relationships/image" Target="../media/image24.png" /><Relationship Id="rId9" Type="http://schemas.openxmlformats.org/officeDocument/2006/relationships/image" Target="../media/image29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 /><Relationship Id="rId3" Type="http://schemas.openxmlformats.org/officeDocument/2006/relationships/image" Target="../media/image31.png" /><Relationship Id="rId7" Type="http://schemas.openxmlformats.org/officeDocument/2006/relationships/customXml" Target="../ink/ink3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://ppt/slides/ppt/slides/slide1.xml" TargetMode="External" /><Relationship Id="rId5" Type="http://schemas.openxmlformats.org/officeDocument/2006/relationships/image" Target="../media/image33.png" /><Relationship Id="rId4" Type="http://schemas.openxmlformats.org/officeDocument/2006/relationships/image" Target="../media/image32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6.png" /><Relationship Id="rId5" Type="http://schemas.openxmlformats.org/officeDocument/2006/relationships/customXml" Target="../ink/ink4.xml" /><Relationship Id="rId4" Type="http://schemas.openxmlformats.org/officeDocument/2006/relationships/hyperlink" Target="http://ppt/slides/ppt/slides/slide1.xml" TargetMode="Externa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13" Type="http://schemas.openxmlformats.org/officeDocument/2006/relationships/hyperlink" Target="http://ppt/slides/ppt/slides/slide10.xml" TargetMode="External" /><Relationship Id="rId18" Type="http://schemas.openxmlformats.org/officeDocument/2006/relationships/hyperlink" Target="http://ppt/slides/ppt/slides/slide42.xml" TargetMode="External" /><Relationship Id="rId3" Type="http://schemas.openxmlformats.org/officeDocument/2006/relationships/image" Target="../media/image22.png" /><Relationship Id="rId7" Type="http://schemas.openxmlformats.org/officeDocument/2006/relationships/image" Target="../media/image7.png" /><Relationship Id="rId12" Type="http://schemas.openxmlformats.org/officeDocument/2006/relationships/hyperlink" Target="http://ppt/slides/ppt/slides/slide6.xml" TargetMode="External" /><Relationship Id="rId17" Type="http://schemas.openxmlformats.org/officeDocument/2006/relationships/hyperlink" Target="http://ppt/slides/ppt/slides/slide38.xml" TargetMode="External" /><Relationship Id="rId2" Type="http://schemas.openxmlformats.org/officeDocument/2006/relationships/notesSlide" Target="../notesSlides/notesSlide10.xml" /><Relationship Id="rId16" Type="http://schemas.openxmlformats.org/officeDocument/2006/relationships/hyperlink" Target="http://ppt/slides/ppt/slides/slide36.xml" TargetMode="Externa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11" Type="http://schemas.openxmlformats.org/officeDocument/2006/relationships/hyperlink" Target="http://ppt/slides/ppt/slides/slide3.xml" TargetMode="External" /><Relationship Id="rId5" Type="http://schemas.openxmlformats.org/officeDocument/2006/relationships/image" Target="../media/image37.png" /><Relationship Id="rId15" Type="http://schemas.openxmlformats.org/officeDocument/2006/relationships/hyperlink" Target="http://ppt/slides/ppt/slides/slide32.xml" TargetMode="External" /><Relationship Id="rId10" Type="http://schemas.openxmlformats.org/officeDocument/2006/relationships/image" Target="../media/image10.png" /><Relationship Id="rId19" Type="http://schemas.openxmlformats.org/officeDocument/2006/relationships/hyperlink" Target="http://ppt/slides/ppt/slides/slide1.xml" TargetMode="External" /><Relationship Id="rId4" Type="http://schemas.openxmlformats.org/officeDocument/2006/relationships/image" Target="../media/image4.png" /><Relationship Id="rId9" Type="http://schemas.openxmlformats.org/officeDocument/2006/relationships/image" Target="../media/image9.png" /><Relationship Id="rId14" Type="http://schemas.openxmlformats.org/officeDocument/2006/relationships/hyperlink" Target="http://ppt/slides/ppt/slides/slide25.xml" TargetMode="External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 /><Relationship Id="rId3" Type="http://schemas.openxmlformats.org/officeDocument/2006/relationships/image" Target="../media/image38.png" /><Relationship Id="rId7" Type="http://schemas.openxmlformats.org/officeDocument/2006/relationships/hyperlink" Target="http://ppt/slides/ppt/slides/slide1.xml" TargetMode="External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1.png" /><Relationship Id="rId5" Type="http://schemas.openxmlformats.org/officeDocument/2006/relationships/image" Target="../media/image40.png" /><Relationship Id="rId4" Type="http://schemas.openxmlformats.org/officeDocument/2006/relationships/image" Target="../media/image39.png" /><Relationship Id="rId9" Type="http://schemas.openxmlformats.org/officeDocument/2006/relationships/image" Target="../media/image4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4.png" /><Relationship Id="rId5" Type="http://schemas.openxmlformats.org/officeDocument/2006/relationships/customXml" Target="../ink/ink6.xml" /><Relationship Id="rId4" Type="http://schemas.openxmlformats.org/officeDocument/2006/relationships/image" Target="../media/image43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 /><Relationship Id="rId7" Type="http://schemas.openxmlformats.org/officeDocument/2006/relationships/image" Target="../media/image47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Relationship Id="rId6" Type="http://schemas.openxmlformats.org/officeDocument/2006/relationships/customXml" Target="../ink/ink7.xml" /><Relationship Id="rId5" Type="http://schemas.openxmlformats.org/officeDocument/2006/relationships/image" Target="../media/image46.png" /><Relationship Id="rId4" Type="http://schemas.openxmlformats.org/officeDocument/2006/relationships/hyperlink" Target="http://ppt/slides/ppt/slides/slide1.xml" TargetMode="External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 /><Relationship Id="rId3" Type="http://schemas.openxmlformats.org/officeDocument/2006/relationships/image" Target="../media/image48.png" /><Relationship Id="rId7" Type="http://schemas.openxmlformats.org/officeDocument/2006/relationships/customXml" Target="../ink/ink8.xml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://ppt/slides/ppt/slides/slide1.xml" TargetMode="External" /><Relationship Id="rId5" Type="http://schemas.openxmlformats.org/officeDocument/2006/relationships/image" Target="../media/image49.png" /><Relationship Id="rId4" Type="http://schemas.openxmlformats.org/officeDocument/2006/relationships/image" Target="../media/image29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2.png" /><Relationship Id="rId5" Type="http://schemas.openxmlformats.org/officeDocument/2006/relationships/customXml" Target="../ink/ink9.xml" /><Relationship Id="rId4" Type="http://schemas.openxmlformats.org/officeDocument/2006/relationships/hyperlink" Target="http://ppt/slides/ppt/slides/slide1.xml" TargetMode="External" 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 /><Relationship Id="rId13" Type="http://schemas.openxmlformats.org/officeDocument/2006/relationships/customXml" Target="../ink/ink10.xml" /><Relationship Id="rId3" Type="http://schemas.openxmlformats.org/officeDocument/2006/relationships/image" Target="../media/image53.png" /><Relationship Id="rId7" Type="http://schemas.openxmlformats.org/officeDocument/2006/relationships/image" Target="../media/image57.png" /><Relationship Id="rId12" Type="http://schemas.openxmlformats.org/officeDocument/2006/relationships/hyperlink" Target="http://ppt/slides/ppt/slides/slide1.xml" TargetMode="External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6.png" /><Relationship Id="rId11" Type="http://schemas.openxmlformats.org/officeDocument/2006/relationships/image" Target="../media/image61.png" /><Relationship Id="rId5" Type="http://schemas.openxmlformats.org/officeDocument/2006/relationships/image" Target="../media/image55.png" /><Relationship Id="rId10" Type="http://schemas.openxmlformats.org/officeDocument/2006/relationships/image" Target="../media/image60.png" /><Relationship Id="rId4" Type="http://schemas.openxmlformats.org/officeDocument/2006/relationships/image" Target="../media/image54.png" /><Relationship Id="rId9" Type="http://schemas.openxmlformats.org/officeDocument/2006/relationships/image" Target="../media/image59.png" /><Relationship Id="rId14" Type="http://schemas.openxmlformats.org/officeDocument/2006/relationships/image" Target="../media/image62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4.png" /><Relationship Id="rId5" Type="http://schemas.openxmlformats.org/officeDocument/2006/relationships/customXml" Target="../ink/ink11.xml" /><Relationship Id="rId4" Type="http://schemas.openxmlformats.org/officeDocument/2006/relationships/image" Target="../media/image63.png" 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 /><Relationship Id="rId3" Type="http://schemas.openxmlformats.org/officeDocument/2006/relationships/image" Target="../media/image65.png" /><Relationship Id="rId7" Type="http://schemas.openxmlformats.org/officeDocument/2006/relationships/hyperlink" Target="http://ppt/slides/ppt/slides/slide1.xml" TargetMode="External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8.png" /><Relationship Id="rId5" Type="http://schemas.openxmlformats.org/officeDocument/2006/relationships/image" Target="../media/image67.png" /><Relationship Id="rId10" Type="http://schemas.openxmlformats.org/officeDocument/2006/relationships/image" Target="../media/image70.png" /><Relationship Id="rId4" Type="http://schemas.openxmlformats.org/officeDocument/2006/relationships/image" Target="../media/image66.png" /><Relationship Id="rId9" Type="http://schemas.openxmlformats.org/officeDocument/2006/relationships/customXml" Target="../ink/ink1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2.png" /><Relationship Id="rId5" Type="http://schemas.openxmlformats.org/officeDocument/2006/relationships/customXml" Target="../ink/ink13.xml" /><Relationship Id="rId4" Type="http://schemas.openxmlformats.org/officeDocument/2006/relationships/hyperlink" Target="http://ppt/slides/ppt/slides/slide1.xml" TargetMode="Externa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3.xml" /><Relationship Id="rId4" Type="http://schemas.openxmlformats.org/officeDocument/2006/relationships/hyperlink" Target="http://ppt/slides/ppt/slides/slide1.xml" TargetMode="Externa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75.png" /><Relationship Id="rId4" Type="http://schemas.openxmlformats.org/officeDocument/2006/relationships/hyperlink" Target="http://ppt/slides/ppt/slides/slide1.x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7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7"/>
            <p:cNvSpPr/>
            <p:nvPr/>
          </p:nvSpPr>
          <p:spPr>
            <a:xfrm>
              <a:off x="1982523" y="1293502"/>
              <a:ext cx="3325495" cy="721995"/>
            </a:xfrm>
            <a:custGeom>
              <a:avLst/>
              <a:gdLst/>
              <a:ahLst/>
              <a:cxnLst/>
              <a:rect l="l" t="t" r="r" b="b"/>
              <a:pathLst>
                <a:path w="3325495" h="721994" extrusionOk="0">
                  <a:moveTo>
                    <a:pt x="0" y="721869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721869"/>
                  </a:lnTo>
                  <a:lnTo>
                    <a:pt x="0" y="72186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7"/>
          <p:cNvSpPr txBox="1"/>
          <p:nvPr/>
        </p:nvSpPr>
        <p:spPr>
          <a:xfrm>
            <a:off x="1982523" y="1293502"/>
            <a:ext cx="3325495" cy="721995"/>
          </a:xfrm>
          <a:prstGeom prst="rect">
            <a:avLst/>
          </a:prstGeom>
          <a:solidFill>
            <a:srgbClr val="FFFFFF">
              <a:alpha val="79607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0325" rIns="0" bIns="0" anchor="t" anchorCtr="0">
            <a:spAutoFit/>
          </a:bodyPr>
          <a:lstStyle/>
          <a:p>
            <a:pPr marL="429894" marR="422275" lvl="0" indent="-634" algn="ctr" rtl="0">
              <a:lnSpc>
                <a:spcPct val="8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EEP </a:t>
            </a: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EURAL </a:t>
            </a: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ETWORK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ODULE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# 3 : L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INEAR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EURAL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ETWORKS FOR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EGRESSION</a:t>
            </a:r>
            <a:endParaRPr sz="115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4132173" y="2325276"/>
            <a:ext cx="1280795" cy="581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Neha Vinayak</a:t>
            </a:r>
          </a:p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DNN Team</a:t>
            </a:r>
            <a:endParaRPr sz="950" dirty="0">
              <a:latin typeface="Arial"/>
              <a:ea typeface="Arial"/>
              <a:cs typeface="Arial"/>
              <a:sym typeface="Arial"/>
            </a:endParaRPr>
          </a:p>
          <a:p>
            <a:pPr marL="311150" marR="5080" lvl="0" indent="-299085" algn="l" rtl="0">
              <a:lnSpc>
                <a:spcPct val="126699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BITS Pilani WILP</a:t>
            </a:r>
            <a:endParaRPr dirty="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/>
        </p:nvSpPr>
        <p:spPr>
          <a:xfrm>
            <a:off x="1400073" y="967954"/>
            <a:ext cx="2960370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instructor is gratefully acknowledging the authors who made their course materials freely available online.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This deck is prepared by Seetha Parameswaran.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" name="Google Shape;55;p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59" name="Google Shape;59;p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 46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63774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 txBox="1"/>
          <p:nvPr/>
        </p:nvSpPr>
        <p:spPr>
          <a:xfrm>
            <a:off x="387959" y="6414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92967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/>
          <p:nvPr/>
        </p:nvSpPr>
        <p:spPr>
          <a:xfrm>
            <a:off x="387959" y="93334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221600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/>
        </p:nvSpPr>
        <p:spPr>
          <a:xfrm>
            <a:off x="387959" y="1225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51353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/>
        </p:nvSpPr>
        <p:spPr>
          <a:xfrm>
            <a:off x="387959" y="151720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80545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/>
        </p:nvSpPr>
        <p:spPr>
          <a:xfrm>
            <a:off x="387959" y="1809139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209739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87959" y="21010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38931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/>
        </p:nvSpPr>
        <p:spPr>
          <a:xfrm>
            <a:off x="387959" y="239299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68124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9"/>
          <p:cNvSpPr txBox="1"/>
          <p:nvPr/>
        </p:nvSpPr>
        <p:spPr>
          <a:xfrm>
            <a:off x="387959" y="268493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563025" y="544082"/>
            <a:ext cx="3241800" cy="22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R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egression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L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inear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 R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egression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T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he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L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inear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M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odel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: S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ingle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N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euron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W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orked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 E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xample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E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valuation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017268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P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ython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 I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mplementation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I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mplementation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 T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017269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S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9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84" name="Google Shape;84;p9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88" name="Google Shape;88;p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/ 46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95" name="Google Shape;95;p10"/>
          <p:cNvGrpSpPr/>
          <p:nvPr/>
        </p:nvGrpSpPr>
        <p:grpSpPr>
          <a:xfrm>
            <a:off x="309193" y="889786"/>
            <a:ext cx="5192466" cy="1586764"/>
            <a:chOff x="309193" y="889786"/>
            <a:chExt cx="5192466" cy="1586764"/>
          </a:xfrm>
        </p:grpSpPr>
        <p:sp>
          <p:nvSpPr>
            <p:cNvPr id="96" name="Google Shape;96;p10"/>
            <p:cNvSpPr/>
            <p:nvPr/>
          </p:nvSpPr>
          <p:spPr>
            <a:xfrm>
              <a:off x="309193" y="889786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" name="Google Shape;97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08402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45790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445209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934021"/>
              <a:ext cx="50800" cy="5238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0"/>
            <p:cNvSpPr/>
            <p:nvPr/>
          </p:nvSpPr>
          <p:spPr>
            <a:xfrm>
              <a:off x="309193" y="1128295"/>
              <a:ext cx="5142230" cy="381000"/>
            </a:xfrm>
            <a:custGeom>
              <a:avLst/>
              <a:gdLst/>
              <a:ahLst/>
              <a:cxnLst/>
              <a:rect l="l" t="t" r="r" b="b"/>
              <a:pathLst>
                <a:path w="5142230" h="38100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29613"/>
                  </a:lnTo>
                  <a:lnTo>
                    <a:pt x="4008" y="349338"/>
                  </a:lnTo>
                  <a:lnTo>
                    <a:pt x="14922" y="365491"/>
                  </a:lnTo>
                  <a:lnTo>
                    <a:pt x="31075" y="376405"/>
                  </a:lnTo>
                  <a:lnTo>
                    <a:pt x="50800" y="380414"/>
                  </a:lnTo>
                  <a:lnTo>
                    <a:pt x="5090865" y="380414"/>
                  </a:lnTo>
                  <a:lnTo>
                    <a:pt x="5110590" y="376405"/>
                  </a:lnTo>
                  <a:lnTo>
                    <a:pt x="5126743" y="365491"/>
                  </a:lnTo>
                  <a:lnTo>
                    <a:pt x="5137657" y="349338"/>
                  </a:lnTo>
                  <a:lnTo>
                    <a:pt x="5141666" y="32961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5450859" y="972113"/>
              <a:ext cx="0" cy="505459"/>
            </a:xfrm>
            <a:custGeom>
              <a:avLst/>
              <a:gdLst/>
              <a:ahLst/>
              <a:cxnLst/>
              <a:rect l="l" t="t" r="r" b="b"/>
              <a:pathLst>
                <a:path w="120000" h="505459" extrusionOk="0">
                  <a:moveTo>
                    <a:pt x="0" y="50484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5450859" y="9594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5450859" y="9467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5450859" y="9340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5450859" y="91496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96442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18584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40725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0"/>
          <p:cNvSpPr txBox="1"/>
          <p:nvPr/>
        </p:nvSpPr>
        <p:spPr>
          <a:xfrm>
            <a:off x="309194" y="821671"/>
            <a:ext cx="4991735" cy="17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 dirty="0">
              <a:latin typeface="Calibri"/>
              <a:ea typeface="Calibri"/>
              <a:cs typeface="Calibri"/>
              <a:sym typeface="Calibri"/>
            </a:endParaRPr>
          </a:p>
          <a:p>
            <a:pPr marL="50800" marR="17780" lvl="0" indent="0" algn="l" rtl="0">
              <a:lnSpc>
                <a:spcPct val="1147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Regression is a supervised learning task that predicts a continuous-valued output based on input features.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endParaRPr sz="1050" dirty="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Characteristics: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Input: Feature vector </a:t>
            </a:r>
            <a:r>
              <a:rPr lang="en-US" sz="1050" b="1" dirty="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 dirty="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 dirty="0">
                <a:latin typeface="Arial"/>
                <a:ea typeface="Arial"/>
                <a:cs typeface="Arial"/>
                <a:sym typeface="Arial"/>
              </a:rPr>
              <a:t>d</a:t>
            </a:r>
            <a:endParaRPr sz="1050" baseline="30000" dirty="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Output: Real-valued target </a:t>
            </a:r>
            <a:r>
              <a:rPr lang="en-US" sz="1050" i="1" dirty="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 dirty="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R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Goal: Learn a function </a:t>
            </a:r>
            <a:r>
              <a:rPr lang="en-US" sz="1050" i="1" dirty="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 dirty="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 dirty="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 dirty="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such that </a:t>
            </a:r>
            <a:r>
              <a:rPr lang="en-US" sz="1050" i="1" dirty="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 dirty="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050" i="1" dirty="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 dirty="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 dirty="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 dirty="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1" name="Google Shape;111;p10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112" name="Google Shape;112;p10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116" name="Google Shape;116;p1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862025-6366-4358-5A49-2E7E9A7E6C91}"/>
                  </a:ext>
                </a:extLst>
              </p14:cNvPr>
              <p14:cNvContentPartPr/>
              <p14:nvPr/>
            </p14:nvContentPartPr>
            <p14:xfrm>
              <a:off x="1297440" y="1737360"/>
              <a:ext cx="4295160" cy="1428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862025-6366-4358-5A49-2E7E9A7E6C9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8080" y="1728000"/>
                <a:ext cx="4313880" cy="144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</a:t>
            </a:r>
            <a:r>
              <a:rPr lang="en-US" cap="small">
                <a:solidFill>
                  <a:srgbClr val="FFFFFF"/>
                </a:solidFill>
              </a:rPr>
              <a:t>xamples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roblems</a:t>
            </a:r>
            <a:endParaRPr/>
          </a:p>
        </p:txBody>
      </p:sp>
      <p:pic>
        <p:nvPicPr>
          <p:cNvPr id="123" name="Google Shape;12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881049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/>
          <p:nvPr/>
        </p:nvSpPr>
        <p:spPr>
          <a:xfrm>
            <a:off x="483946" y="871199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46053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/>
        </p:nvSpPr>
        <p:spPr>
          <a:xfrm>
            <a:off x="483946" y="145068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2040026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 txBox="1"/>
          <p:nvPr/>
        </p:nvSpPr>
        <p:spPr>
          <a:xfrm>
            <a:off x="483946" y="203017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619226" y="785112"/>
            <a:ext cx="3509010" cy="1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House Price Prediction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Size, location, number of rooms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Price in dollars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Temperature Forecasting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Historical weather data, season, humidity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Temperature in degrees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Stock Price Prediction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Historical prices, trading volume, market indicators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Future stock price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11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131" name="Google Shape;131;p11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" name="Google Shape;134;p1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135" name="Google Shape;135;p1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5/ 46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63774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 txBox="1"/>
          <p:nvPr/>
        </p:nvSpPr>
        <p:spPr>
          <a:xfrm>
            <a:off x="387959" y="6414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92967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 txBox="1"/>
          <p:nvPr/>
        </p:nvSpPr>
        <p:spPr>
          <a:xfrm>
            <a:off x="387959" y="93334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221600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2"/>
          <p:cNvSpPr txBox="1"/>
          <p:nvPr/>
        </p:nvSpPr>
        <p:spPr>
          <a:xfrm>
            <a:off x="387959" y="1225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51353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 txBox="1"/>
          <p:nvPr/>
        </p:nvSpPr>
        <p:spPr>
          <a:xfrm>
            <a:off x="387959" y="151720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80545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2"/>
          <p:cNvSpPr txBox="1"/>
          <p:nvPr/>
        </p:nvSpPr>
        <p:spPr>
          <a:xfrm>
            <a:off x="387959" y="1809139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209739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 txBox="1"/>
          <p:nvPr/>
        </p:nvSpPr>
        <p:spPr>
          <a:xfrm>
            <a:off x="387959" y="21010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38931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2"/>
          <p:cNvSpPr txBox="1"/>
          <p:nvPr/>
        </p:nvSpPr>
        <p:spPr>
          <a:xfrm>
            <a:off x="387959" y="239299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68124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2"/>
          <p:cNvSpPr txBox="1"/>
          <p:nvPr/>
        </p:nvSpPr>
        <p:spPr>
          <a:xfrm>
            <a:off x="387959" y="268493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563029" y="537830"/>
            <a:ext cx="3241800" cy="22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R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egression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4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L</a:t>
            </a:r>
            <a:r>
              <a:rPr lang="en-US" sz="1400" b="1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inear</a:t>
            </a:r>
            <a:r>
              <a:rPr lang="en-US" sz="14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 R</a:t>
            </a:r>
            <a:r>
              <a:rPr lang="en-US" sz="1400" b="1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egression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T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he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L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inear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M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odel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: S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ingle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N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euron</a:t>
            </a:r>
            <a:r>
              <a:rPr lang="en-US" sz="1400" b="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W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orked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 E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xample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E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valuation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017268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P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ython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 I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mplementation</a:t>
            </a:r>
            <a:r>
              <a:rPr lang="en-US" sz="1400" b="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I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mplementation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 T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ips</a:t>
            </a:r>
            <a:r>
              <a:rPr lang="en-US" sz="1400" b="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017269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S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12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160" name="Google Shape;160;p12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2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2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" name="Google Shape;163;p1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164" name="Google Shape;164;p1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 txBox="1">
            <a:spLocks noGrp="1"/>
          </p:cNvSpPr>
          <p:nvPr>
            <p:ph type="sldNum" idx="12"/>
          </p:nvPr>
        </p:nvSpPr>
        <p:spPr>
          <a:xfrm>
            <a:off x="4661184" y="3109097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 / 46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inear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171" name="Google Shape;171;p13"/>
          <p:cNvGrpSpPr/>
          <p:nvPr/>
        </p:nvGrpSpPr>
        <p:grpSpPr>
          <a:xfrm>
            <a:off x="309193" y="699198"/>
            <a:ext cx="5192466" cy="489281"/>
            <a:chOff x="309193" y="699198"/>
            <a:chExt cx="5192466" cy="489281"/>
          </a:xfrm>
        </p:grpSpPr>
        <p:sp>
          <p:nvSpPr>
            <p:cNvPr id="172" name="Google Shape;172;p13"/>
            <p:cNvSpPr/>
            <p:nvPr/>
          </p:nvSpPr>
          <p:spPr>
            <a:xfrm>
              <a:off x="309193" y="699198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3" name="Google Shape;173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893432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08687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74178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743445"/>
              <a:ext cx="50800" cy="3434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3"/>
            <p:cNvSpPr/>
            <p:nvPr/>
          </p:nvSpPr>
          <p:spPr>
            <a:xfrm>
              <a:off x="309193" y="937722"/>
              <a:ext cx="5142230" cy="200025"/>
            </a:xfrm>
            <a:custGeom>
              <a:avLst/>
              <a:gdLst/>
              <a:ahLst/>
              <a:cxnLst/>
              <a:rect l="l" t="t" r="r" b="b"/>
              <a:pathLst>
                <a:path w="5142230" h="20002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9156"/>
                  </a:lnTo>
                  <a:lnTo>
                    <a:pt x="4008" y="168880"/>
                  </a:lnTo>
                  <a:lnTo>
                    <a:pt x="14922" y="185033"/>
                  </a:lnTo>
                  <a:lnTo>
                    <a:pt x="31075" y="195947"/>
                  </a:lnTo>
                  <a:lnTo>
                    <a:pt x="50800" y="199956"/>
                  </a:lnTo>
                  <a:lnTo>
                    <a:pt x="5090865" y="199956"/>
                  </a:lnTo>
                  <a:lnTo>
                    <a:pt x="5110590" y="195947"/>
                  </a:lnTo>
                  <a:lnTo>
                    <a:pt x="5126743" y="185033"/>
                  </a:lnTo>
                  <a:lnTo>
                    <a:pt x="5137657" y="168880"/>
                  </a:lnTo>
                  <a:lnTo>
                    <a:pt x="5141666" y="14915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5450859" y="781541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w="120000" h="324484" extrusionOk="0">
                  <a:moveTo>
                    <a:pt x="0" y="32438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5450859" y="7688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5450859" y="7561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5450859" y="7434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5450859" y="724390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13"/>
          <p:cNvSpPr txBox="1"/>
          <p:nvPr/>
        </p:nvSpPr>
        <p:spPr>
          <a:xfrm>
            <a:off x="347294" y="629639"/>
            <a:ext cx="4985385" cy="85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Linear regression assumes the output is a linear combination of the input features.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Mathematical Form: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1738176" y="1614550"/>
            <a:ext cx="27363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5220322" y="1629732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(1)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3"/>
          <p:cNvGrpSpPr/>
          <p:nvPr/>
        </p:nvGrpSpPr>
        <p:grpSpPr>
          <a:xfrm>
            <a:off x="513702" y="2263978"/>
            <a:ext cx="69291" cy="512127"/>
            <a:chOff x="513702" y="2263978"/>
            <a:chExt cx="69291" cy="512127"/>
          </a:xfrm>
        </p:grpSpPr>
        <p:pic>
          <p:nvPicPr>
            <p:cNvPr id="187" name="Google Shape;187;p1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2639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4853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70681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13"/>
          <p:cNvSpPr txBox="1"/>
          <p:nvPr/>
        </p:nvSpPr>
        <p:spPr>
          <a:xfrm>
            <a:off x="321894" y="1926987"/>
            <a:ext cx="2919730" cy="89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where: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are the input features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are the weights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the bias term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13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192" name="Google Shape;192;p13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1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196" name="Google Shape;196;p1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7/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881B88-9F45-25CE-2AFB-A26C888986BC}"/>
                  </a:ext>
                </a:extLst>
              </p14:cNvPr>
              <p14:cNvContentPartPr/>
              <p14:nvPr/>
            </p14:nvContentPartPr>
            <p14:xfrm>
              <a:off x="1486440" y="1604160"/>
              <a:ext cx="3944160" cy="627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881B88-9F45-25CE-2AFB-A26C888986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77080" y="1594800"/>
                <a:ext cx="3962880" cy="64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</a:t>
            </a:r>
            <a:r>
              <a:rPr lang="en-US" cap="small">
                <a:solidFill>
                  <a:srgbClr val="FFFFFF"/>
                </a:solidFill>
              </a:rPr>
              <a:t>xamples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inear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endParaRPr/>
          </a:p>
        </p:txBody>
      </p:sp>
      <p:pic>
        <p:nvPicPr>
          <p:cNvPr id="203" name="Google Shape;2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984364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 txBox="1"/>
          <p:nvPr/>
        </p:nvSpPr>
        <p:spPr>
          <a:xfrm>
            <a:off x="483946" y="97451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644626" y="938141"/>
            <a:ext cx="106235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Salary Prediction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774445" y="1133613"/>
            <a:ext cx="2496185" cy="19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810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Salary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Years of Experience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14"/>
          <p:cNvGrpSpPr/>
          <p:nvPr/>
        </p:nvGrpSpPr>
        <p:grpSpPr>
          <a:xfrm>
            <a:off x="456996" y="1391780"/>
            <a:ext cx="121259" cy="528662"/>
            <a:chOff x="456996" y="1391780"/>
            <a:chExt cx="121259" cy="528662"/>
          </a:xfrm>
        </p:grpSpPr>
        <p:pic>
          <p:nvPicPr>
            <p:cNvPr id="208" name="Google Shape;208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6996" y="1391780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6996" y="1799183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14"/>
          <p:cNvSpPr txBox="1"/>
          <p:nvPr/>
        </p:nvSpPr>
        <p:spPr>
          <a:xfrm>
            <a:off x="483946" y="138193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 txBox="1"/>
          <p:nvPr/>
        </p:nvSpPr>
        <p:spPr>
          <a:xfrm>
            <a:off x="644626" y="1345544"/>
            <a:ext cx="130619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Crop Yield Prediction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774445" y="1541029"/>
            <a:ext cx="2681605" cy="19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810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Yield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Rainfall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Fertilizer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4"/>
          <p:cNvSpPr txBox="1"/>
          <p:nvPr/>
        </p:nvSpPr>
        <p:spPr>
          <a:xfrm>
            <a:off x="483946" y="178933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644626" y="1752960"/>
            <a:ext cx="130175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Energy Consumption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321894" y="1948445"/>
            <a:ext cx="4168775" cy="48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90219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Energy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Temperature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Hour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Day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The relationship between inputs and output is assumed to be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217" name="Google Shape;217;p14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" name="Google Shape;220;p1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221" name="Google Shape;221;p1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D16710-E0B7-1924-B87C-A237E56879A0}"/>
                  </a:ext>
                </a:extLst>
              </p14:cNvPr>
              <p14:cNvContentPartPr/>
              <p14:nvPr/>
            </p14:nvContentPartPr>
            <p14:xfrm>
              <a:off x="322200" y="1063440"/>
              <a:ext cx="5182560" cy="1438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D16710-E0B7-1924-B87C-A237E56879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2840" y="1054080"/>
                <a:ext cx="5201280" cy="145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/>
          <p:nvPr/>
        </p:nvSpPr>
        <p:spPr>
          <a:xfrm>
            <a:off x="95300" y="109545"/>
            <a:ext cx="439420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isual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xample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2D L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inear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egression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p15"/>
          <p:cNvGrpSpPr/>
          <p:nvPr/>
        </p:nvGrpSpPr>
        <p:grpSpPr>
          <a:xfrm>
            <a:off x="0" y="449040"/>
            <a:ext cx="5760261" cy="2752285"/>
            <a:chOff x="0" y="449040"/>
            <a:chExt cx="5760261" cy="2752285"/>
          </a:xfrm>
        </p:grpSpPr>
        <p:pic>
          <p:nvPicPr>
            <p:cNvPr id="229" name="Google Shape;229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2012" y="449040"/>
              <a:ext cx="4536172" cy="26847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15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234" name="Google Shape;234;p1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 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9C0B39-656D-F1C1-12FA-D8CAEDBD62F9}"/>
                  </a:ext>
                </a:extLst>
              </p14:cNvPr>
              <p14:cNvContentPartPr/>
              <p14:nvPr/>
            </p14:nvContentPartPr>
            <p14:xfrm>
              <a:off x="479880" y="468720"/>
              <a:ext cx="5209560" cy="2625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9C0B39-656D-F1C1-12FA-D8CAEDBD62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0520" y="459360"/>
                <a:ext cx="5228280" cy="264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241" name="Google Shape;24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63774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6"/>
          <p:cNvSpPr txBox="1"/>
          <p:nvPr/>
        </p:nvSpPr>
        <p:spPr>
          <a:xfrm>
            <a:off x="387959" y="6414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92967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6"/>
          <p:cNvSpPr txBox="1"/>
          <p:nvPr/>
        </p:nvSpPr>
        <p:spPr>
          <a:xfrm>
            <a:off x="387959" y="93334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221600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 txBox="1"/>
          <p:nvPr/>
        </p:nvSpPr>
        <p:spPr>
          <a:xfrm>
            <a:off x="387959" y="1225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51353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6"/>
          <p:cNvSpPr txBox="1"/>
          <p:nvPr/>
        </p:nvSpPr>
        <p:spPr>
          <a:xfrm>
            <a:off x="387959" y="151720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80545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 txBox="1"/>
          <p:nvPr/>
        </p:nvSpPr>
        <p:spPr>
          <a:xfrm>
            <a:off x="387959" y="1809139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209739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6"/>
          <p:cNvSpPr txBox="1"/>
          <p:nvPr/>
        </p:nvSpPr>
        <p:spPr>
          <a:xfrm>
            <a:off x="387959" y="21010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38931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6"/>
          <p:cNvSpPr txBox="1"/>
          <p:nvPr/>
        </p:nvSpPr>
        <p:spPr>
          <a:xfrm>
            <a:off x="387959" y="239299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68124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6"/>
          <p:cNvSpPr txBox="1"/>
          <p:nvPr/>
        </p:nvSpPr>
        <p:spPr>
          <a:xfrm>
            <a:off x="387959" y="268493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563029" y="556604"/>
            <a:ext cx="3241800" cy="22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R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egression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L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inear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 R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egression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T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he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L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inear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M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odel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: S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ingle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N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euron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W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orked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 E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xample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E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valuation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017268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P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ython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 I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mplementation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I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mplementation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 T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017269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S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" name="Google Shape;258;p16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259" name="Google Shape;259;p16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" name="Google Shape;262;p1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263" name="Google Shape;263;p1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/ 46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T</a:t>
            </a:r>
            <a:r>
              <a:rPr lang="en-US" cap="small" dirty="0">
                <a:solidFill>
                  <a:srgbClr val="FFFFFF"/>
                </a:solidFill>
              </a:rPr>
              <a:t>he</a:t>
            </a:r>
            <a:r>
              <a:rPr lang="en-US" dirty="0">
                <a:solidFill>
                  <a:srgbClr val="FFFFFF"/>
                </a:solidFill>
              </a:rPr>
              <a:t> F</a:t>
            </a:r>
            <a:r>
              <a:rPr lang="en-US" cap="small" dirty="0">
                <a:solidFill>
                  <a:srgbClr val="FFFFFF"/>
                </a:solidFill>
              </a:rPr>
              <a:t>our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omponents</a:t>
            </a:r>
            <a:endParaRPr dirty="0"/>
          </a:p>
        </p:txBody>
      </p:sp>
      <p:sp>
        <p:nvSpPr>
          <p:cNvPr id="270" name="Google Shape;270;p17"/>
          <p:cNvSpPr txBox="1"/>
          <p:nvPr/>
        </p:nvSpPr>
        <p:spPr>
          <a:xfrm>
            <a:off x="347294" y="1045418"/>
            <a:ext cx="29832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complete machine learning system consists of: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1385074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7"/>
          <p:cNvSpPr txBox="1"/>
          <p:nvPr/>
        </p:nvSpPr>
        <p:spPr>
          <a:xfrm>
            <a:off x="483946" y="137522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606486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7"/>
          <p:cNvSpPr txBox="1"/>
          <p:nvPr/>
        </p:nvSpPr>
        <p:spPr>
          <a:xfrm>
            <a:off x="483946" y="159663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1827910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7"/>
          <p:cNvSpPr txBox="1"/>
          <p:nvPr/>
        </p:nvSpPr>
        <p:spPr>
          <a:xfrm>
            <a:off x="483946" y="181806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2049335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483946" y="203947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644626" y="1337713"/>
            <a:ext cx="34989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29146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Data: </a:t>
            </a:r>
            <a:r>
              <a:rPr lang="en-US" sz="1050" i="1" dirty="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-dimensional input vectors and target outputs </a:t>
            </a: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Single neuron implementing linear function </a:t>
            </a: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Objective Function: </a:t>
            </a: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Measures prediction error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Learning Algorithm: </a:t>
            </a: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Gradient descent to optimize weights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" name="Google Shape;280;p1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81" name="Google Shape;281;p1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4" name="Google Shape;284;p1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285" name="Google Shape;285;p1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 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BCCE77-F88C-EB60-256F-CCB9B8D9BA2A}"/>
                  </a:ext>
                </a:extLst>
              </p14:cNvPr>
              <p14:cNvContentPartPr/>
              <p14:nvPr/>
            </p14:nvContentPartPr>
            <p14:xfrm>
              <a:off x="632880" y="1205640"/>
              <a:ext cx="3989160" cy="114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BCCE77-F88C-EB60-256F-CCB9B8D9BA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3520" y="1196280"/>
                <a:ext cx="4007880" cy="116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atrix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orm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ata</a:t>
            </a:r>
            <a:endParaRPr/>
          </a:p>
        </p:txBody>
      </p:sp>
      <p:grpSp>
        <p:nvGrpSpPr>
          <p:cNvPr id="292" name="Google Shape;292;p1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1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297" name="Google Shape;297;p1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r>
              <a:rPr lang="en-US"/>
              <a:t> / 46</a:t>
            </a:r>
            <a:endParaRPr/>
          </a:p>
        </p:txBody>
      </p:sp>
      <p:pic>
        <p:nvPicPr>
          <p:cNvPr id="299" name="Google Shape;2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46496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CE075D-EE17-7D60-FBFF-38CADA8F0AB8}"/>
                  </a:ext>
                </a:extLst>
              </p14:cNvPr>
              <p14:cNvContentPartPr/>
              <p14:nvPr/>
            </p14:nvContentPartPr>
            <p14:xfrm>
              <a:off x="2160" y="374040"/>
              <a:ext cx="5761800" cy="2458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CE075D-EE17-7D60-FBFF-38CADA8F0A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7200" y="364680"/>
                <a:ext cx="5780520" cy="247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inear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ingle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euron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347294" y="561357"/>
            <a:ext cx="314325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Model linear regression as a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single artificial neuron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19"/>
          <p:cNvGrpSpPr/>
          <p:nvPr/>
        </p:nvGrpSpPr>
        <p:grpSpPr>
          <a:xfrm>
            <a:off x="1875469" y="1226320"/>
            <a:ext cx="284480" cy="572485"/>
            <a:chOff x="1875469" y="1226320"/>
            <a:chExt cx="284480" cy="572485"/>
          </a:xfrm>
        </p:grpSpPr>
        <p:sp>
          <p:nvSpPr>
            <p:cNvPr id="307" name="Google Shape;307;p19"/>
            <p:cNvSpPr/>
            <p:nvPr/>
          </p:nvSpPr>
          <p:spPr>
            <a:xfrm>
              <a:off x="1875469" y="1226320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142040" y="0"/>
                  </a:move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close/>
                </a:path>
              </a:pathLst>
            </a:custGeom>
            <a:solidFill>
              <a:srgbClr val="B3D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1875469" y="1226320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284080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1875469" y="1514325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142040" y="0"/>
                  </a:move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close/>
                </a:path>
              </a:pathLst>
            </a:custGeom>
            <a:solidFill>
              <a:srgbClr val="B3D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1875469" y="1514325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284080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19"/>
          <p:cNvSpPr txBox="1"/>
          <p:nvPr/>
        </p:nvSpPr>
        <p:spPr>
          <a:xfrm>
            <a:off x="1942160" y="1531205"/>
            <a:ext cx="939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2010486" y="1599525"/>
            <a:ext cx="7620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2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1985822" y="1753824"/>
            <a:ext cx="635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" name="Google Shape;314;p19"/>
          <p:cNvGrpSpPr/>
          <p:nvPr/>
        </p:nvGrpSpPr>
        <p:grpSpPr>
          <a:xfrm>
            <a:off x="1871230" y="1942093"/>
            <a:ext cx="292735" cy="292735"/>
            <a:chOff x="1871230" y="1942093"/>
            <a:chExt cx="292735" cy="292735"/>
          </a:xfrm>
        </p:grpSpPr>
        <p:sp>
          <p:nvSpPr>
            <p:cNvPr id="315" name="Google Shape;315;p19"/>
            <p:cNvSpPr/>
            <p:nvPr/>
          </p:nvSpPr>
          <p:spPr>
            <a:xfrm>
              <a:off x="1871230" y="1942093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 extrusionOk="0">
                  <a:moveTo>
                    <a:pt x="146278" y="0"/>
                  </a:moveTo>
                  <a:lnTo>
                    <a:pt x="100042" y="7457"/>
                  </a:lnTo>
                  <a:lnTo>
                    <a:pt x="59887" y="28222"/>
                  </a:lnTo>
                  <a:lnTo>
                    <a:pt x="28223" y="59887"/>
                  </a:lnTo>
                  <a:lnTo>
                    <a:pt x="7457" y="100042"/>
                  </a:lnTo>
                  <a:lnTo>
                    <a:pt x="0" y="146278"/>
                  </a:lnTo>
                  <a:lnTo>
                    <a:pt x="7457" y="192514"/>
                  </a:lnTo>
                  <a:lnTo>
                    <a:pt x="28223" y="232669"/>
                  </a:lnTo>
                  <a:lnTo>
                    <a:pt x="59887" y="264333"/>
                  </a:lnTo>
                  <a:lnTo>
                    <a:pt x="100042" y="285099"/>
                  </a:lnTo>
                  <a:lnTo>
                    <a:pt x="146278" y="292556"/>
                  </a:lnTo>
                  <a:lnTo>
                    <a:pt x="192514" y="285099"/>
                  </a:lnTo>
                  <a:lnTo>
                    <a:pt x="232669" y="264333"/>
                  </a:lnTo>
                  <a:lnTo>
                    <a:pt x="264333" y="232669"/>
                  </a:lnTo>
                  <a:lnTo>
                    <a:pt x="285099" y="192514"/>
                  </a:lnTo>
                  <a:lnTo>
                    <a:pt x="292556" y="146278"/>
                  </a:lnTo>
                  <a:lnTo>
                    <a:pt x="285099" y="100042"/>
                  </a:lnTo>
                  <a:lnTo>
                    <a:pt x="264333" y="59887"/>
                  </a:lnTo>
                  <a:lnTo>
                    <a:pt x="232669" y="28222"/>
                  </a:lnTo>
                  <a:lnTo>
                    <a:pt x="192514" y="7457"/>
                  </a:lnTo>
                  <a:lnTo>
                    <a:pt x="146278" y="0"/>
                  </a:lnTo>
                  <a:close/>
                </a:path>
              </a:pathLst>
            </a:custGeom>
            <a:solidFill>
              <a:srgbClr val="B3D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1871230" y="1942093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 extrusionOk="0">
                  <a:moveTo>
                    <a:pt x="292556" y="146278"/>
                  </a:moveTo>
                  <a:lnTo>
                    <a:pt x="285099" y="100042"/>
                  </a:lnTo>
                  <a:lnTo>
                    <a:pt x="264333" y="59887"/>
                  </a:lnTo>
                  <a:lnTo>
                    <a:pt x="232669" y="28222"/>
                  </a:lnTo>
                  <a:lnTo>
                    <a:pt x="192514" y="7457"/>
                  </a:lnTo>
                  <a:lnTo>
                    <a:pt x="146278" y="0"/>
                  </a:lnTo>
                  <a:lnTo>
                    <a:pt x="100042" y="7457"/>
                  </a:lnTo>
                  <a:lnTo>
                    <a:pt x="59887" y="28222"/>
                  </a:lnTo>
                  <a:lnTo>
                    <a:pt x="28223" y="59887"/>
                  </a:lnTo>
                  <a:lnTo>
                    <a:pt x="7457" y="100042"/>
                  </a:lnTo>
                  <a:lnTo>
                    <a:pt x="0" y="146278"/>
                  </a:lnTo>
                  <a:lnTo>
                    <a:pt x="7457" y="192514"/>
                  </a:lnTo>
                  <a:lnTo>
                    <a:pt x="28223" y="232669"/>
                  </a:lnTo>
                  <a:lnTo>
                    <a:pt x="59887" y="264333"/>
                  </a:lnTo>
                  <a:lnTo>
                    <a:pt x="100042" y="285099"/>
                  </a:lnTo>
                  <a:lnTo>
                    <a:pt x="146278" y="292556"/>
                  </a:lnTo>
                  <a:lnTo>
                    <a:pt x="192514" y="285099"/>
                  </a:lnTo>
                  <a:lnTo>
                    <a:pt x="232669" y="264333"/>
                  </a:lnTo>
                  <a:lnTo>
                    <a:pt x="264333" y="232669"/>
                  </a:lnTo>
                  <a:lnTo>
                    <a:pt x="285099" y="192514"/>
                  </a:lnTo>
                  <a:lnTo>
                    <a:pt x="292556" y="14627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9"/>
          <p:cNvSpPr txBox="1"/>
          <p:nvPr/>
        </p:nvSpPr>
        <p:spPr>
          <a:xfrm>
            <a:off x="1906133" y="1710561"/>
            <a:ext cx="1956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4604" lvl="0" indent="0" algn="ctr" rtl="0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19"/>
          <p:cNvGrpSpPr/>
          <p:nvPr/>
        </p:nvGrpSpPr>
        <p:grpSpPr>
          <a:xfrm>
            <a:off x="1891952" y="954798"/>
            <a:ext cx="251460" cy="251460"/>
            <a:chOff x="1891952" y="954798"/>
            <a:chExt cx="251460" cy="251460"/>
          </a:xfrm>
        </p:grpSpPr>
        <p:pic>
          <p:nvPicPr>
            <p:cNvPr id="319" name="Google Shape;319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91952" y="954798"/>
              <a:ext cx="251114" cy="251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19"/>
            <p:cNvSpPr/>
            <p:nvPr/>
          </p:nvSpPr>
          <p:spPr>
            <a:xfrm>
              <a:off x="1891952" y="954798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60" h="251459" extrusionOk="0">
                  <a:moveTo>
                    <a:pt x="251114" y="125557"/>
                  </a:moveTo>
                  <a:lnTo>
                    <a:pt x="241247" y="76684"/>
                  </a:lnTo>
                  <a:lnTo>
                    <a:pt x="214339" y="36774"/>
                  </a:lnTo>
                  <a:lnTo>
                    <a:pt x="174429" y="9866"/>
                  </a:lnTo>
                  <a:lnTo>
                    <a:pt x="125557" y="0"/>
                  </a:lnTo>
                  <a:lnTo>
                    <a:pt x="76684" y="9866"/>
                  </a:lnTo>
                  <a:lnTo>
                    <a:pt x="36774" y="36774"/>
                  </a:lnTo>
                  <a:lnTo>
                    <a:pt x="9866" y="76684"/>
                  </a:lnTo>
                  <a:lnTo>
                    <a:pt x="0" y="125557"/>
                  </a:lnTo>
                  <a:lnTo>
                    <a:pt x="9866" y="174429"/>
                  </a:lnTo>
                  <a:lnTo>
                    <a:pt x="36774" y="214339"/>
                  </a:lnTo>
                  <a:lnTo>
                    <a:pt x="76684" y="241247"/>
                  </a:lnTo>
                  <a:lnTo>
                    <a:pt x="125557" y="251114"/>
                  </a:lnTo>
                  <a:lnTo>
                    <a:pt x="174429" y="241247"/>
                  </a:lnTo>
                  <a:lnTo>
                    <a:pt x="214339" y="214339"/>
                  </a:lnTo>
                  <a:lnTo>
                    <a:pt x="241247" y="174429"/>
                  </a:lnTo>
                  <a:lnTo>
                    <a:pt x="251114" y="125557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19"/>
          <p:cNvSpPr txBox="1"/>
          <p:nvPr/>
        </p:nvSpPr>
        <p:spPr>
          <a:xfrm>
            <a:off x="1916760" y="979162"/>
            <a:ext cx="195580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622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19"/>
          <p:cNvGrpSpPr/>
          <p:nvPr/>
        </p:nvGrpSpPr>
        <p:grpSpPr>
          <a:xfrm>
            <a:off x="2701520" y="1404362"/>
            <a:ext cx="360045" cy="360045"/>
            <a:chOff x="2701520" y="1404362"/>
            <a:chExt cx="360045" cy="360045"/>
          </a:xfrm>
        </p:grpSpPr>
        <p:sp>
          <p:nvSpPr>
            <p:cNvPr id="323" name="Google Shape;323;p19"/>
            <p:cNvSpPr/>
            <p:nvPr/>
          </p:nvSpPr>
          <p:spPr>
            <a:xfrm>
              <a:off x="2701520" y="140436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 extrusionOk="0">
                  <a:moveTo>
                    <a:pt x="180002" y="0"/>
                  </a:moveTo>
                  <a:lnTo>
                    <a:pt x="132150" y="6429"/>
                  </a:lnTo>
                  <a:lnTo>
                    <a:pt x="89151" y="24575"/>
                  </a:lnTo>
                  <a:lnTo>
                    <a:pt x="52720" y="52721"/>
                  </a:lnTo>
                  <a:lnTo>
                    <a:pt x="24575" y="89151"/>
                  </a:lnTo>
                  <a:lnTo>
                    <a:pt x="6429" y="132150"/>
                  </a:lnTo>
                  <a:lnTo>
                    <a:pt x="0" y="180002"/>
                  </a:lnTo>
                  <a:lnTo>
                    <a:pt x="6429" y="227854"/>
                  </a:lnTo>
                  <a:lnTo>
                    <a:pt x="24575" y="270853"/>
                  </a:lnTo>
                  <a:lnTo>
                    <a:pt x="52720" y="307283"/>
                  </a:lnTo>
                  <a:lnTo>
                    <a:pt x="89151" y="335429"/>
                  </a:lnTo>
                  <a:lnTo>
                    <a:pt x="132150" y="353574"/>
                  </a:lnTo>
                  <a:lnTo>
                    <a:pt x="180002" y="360004"/>
                  </a:lnTo>
                  <a:lnTo>
                    <a:pt x="227854" y="353574"/>
                  </a:lnTo>
                  <a:lnTo>
                    <a:pt x="270853" y="335429"/>
                  </a:lnTo>
                  <a:lnTo>
                    <a:pt x="307283" y="307283"/>
                  </a:lnTo>
                  <a:lnTo>
                    <a:pt x="335428" y="270853"/>
                  </a:lnTo>
                  <a:lnTo>
                    <a:pt x="353574" y="227854"/>
                  </a:lnTo>
                  <a:lnTo>
                    <a:pt x="360004" y="180002"/>
                  </a:lnTo>
                  <a:lnTo>
                    <a:pt x="353574" y="132150"/>
                  </a:lnTo>
                  <a:lnTo>
                    <a:pt x="335428" y="89151"/>
                  </a:lnTo>
                  <a:lnTo>
                    <a:pt x="307283" y="52721"/>
                  </a:lnTo>
                  <a:lnTo>
                    <a:pt x="270853" y="24575"/>
                  </a:lnTo>
                  <a:lnTo>
                    <a:pt x="227854" y="6429"/>
                  </a:lnTo>
                  <a:lnTo>
                    <a:pt x="180002" y="0"/>
                  </a:lnTo>
                  <a:close/>
                </a:path>
              </a:pathLst>
            </a:custGeom>
            <a:solidFill>
              <a:srgbClr val="4681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2701520" y="140436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 extrusionOk="0">
                  <a:moveTo>
                    <a:pt x="360004" y="180002"/>
                  </a:moveTo>
                  <a:lnTo>
                    <a:pt x="353574" y="132150"/>
                  </a:lnTo>
                  <a:lnTo>
                    <a:pt x="335428" y="89151"/>
                  </a:lnTo>
                  <a:lnTo>
                    <a:pt x="307283" y="52721"/>
                  </a:lnTo>
                  <a:lnTo>
                    <a:pt x="270853" y="24575"/>
                  </a:lnTo>
                  <a:lnTo>
                    <a:pt x="227854" y="6429"/>
                  </a:lnTo>
                  <a:lnTo>
                    <a:pt x="180002" y="0"/>
                  </a:lnTo>
                  <a:lnTo>
                    <a:pt x="132150" y="6429"/>
                  </a:lnTo>
                  <a:lnTo>
                    <a:pt x="89151" y="24575"/>
                  </a:lnTo>
                  <a:lnTo>
                    <a:pt x="52720" y="52721"/>
                  </a:lnTo>
                  <a:lnTo>
                    <a:pt x="24575" y="89151"/>
                  </a:lnTo>
                  <a:lnTo>
                    <a:pt x="6429" y="132150"/>
                  </a:lnTo>
                  <a:lnTo>
                    <a:pt x="0" y="180002"/>
                  </a:lnTo>
                  <a:lnTo>
                    <a:pt x="6429" y="227854"/>
                  </a:lnTo>
                  <a:lnTo>
                    <a:pt x="24575" y="270853"/>
                  </a:lnTo>
                  <a:lnTo>
                    <a:pt x="52720" y="307283"/>
                  </a:lnTo>
                  <a:lnTo>
                    <a:pt x="89151" y="335429"/>
                  </a:lnTo>
                  <a:lnTo>
                    <a:pt x="132150" y="353574"/>
                  </a:lnTo>
                  <a:lnTo>
                    <a:pt x="180002" y="360004"/>
                  </a:lnTo>
                  <a:lnTo>
                    <a:pt x="227854" y="353574"/>
                  </a:lnTo>
                  <a:lnTo>
                    <a:pt x="270853" y="335429"/>
                  </a:lnTo>
                  <a:lnTo>
                    <a:pt x="307283" y="307283"/>
                  </a:lnTo>
                  <a:lnTo>
                    <a:pt x="335428" y="270853"/>
                  </a:lnTo>
                  <a:lnTo>
                    <a:pt x="353574" y="227854"/>
                  </a:lnTo>
                  <a:lnTo>
                    <a:pt x="360004" y="180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" name="Google Shape;325;p19"/>
          <p:cNvSpPr txBox="1"/>
          <p:nvPr/>
        </p:nvSpPr>
        <p:spPr>
          <a:xfrm>
            <a:off x="2815132" y="1472562"/>
            <a:ext cx="13335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Σ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26" name="Google Shape;326;p19"/>
          <p:cNvGrpSpPr/>
          <p:nvPr/>
        </p:nvGrpSpPr>
        <p:grpSpPr>
          <a:xfrm>
            <a:off x="3602295" y="1441122"/>
            <a:ext cx="287020" cy="287020"/>
            <a:chOff x="3602295" y="1441122"/>
            <a:chExt cx="287020" cy="287020"/>
          </a:xfrm>
        </p:grpSpPr>
        <p:sp>
          <p:nvSpPr>
            <p:cNvPr id="327" name="Google Shape;327;p19"/>
            <p:cNvSpPr/>
            <p:nvPr/>
          </p:nvSpPr>
          <p:spPr>
            <a:xfrm>
              <a:off x="3602295" y="1441122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 extrusionOk="0">
                  <a:moveTo>
                    <a:pt x="143242" y="0"/>
                  </a:moveTo>
                  <a:lnTo>
                    <a:pt x="97966" y="7302"/>
                  </a:lnTo>
                  <a:lnTo>
                    <a:pt x="58644" y="27637"/>
                  </a:lnTo>
                  <a:lnTo>
                    <a:pt x="27637" y="58644"/>
                  </a:lnTo>
                  <a:lnTo>
                    <a:pt x="7302" y="97966"/>
                  </a:lnTo>
                  <a:lnTo>
                    <a:pt x="0" y="143242"/>
                  </a:lnTo>
                  <a:lnTo>
                    <a:pt x="7302" y="188517"/>
                  </a:lnTo>
                  <a:lnTo>
                    <a:pt x="27637" y="227839"/>
                  </a:lnTo>
                  <a:lnTo>
                    <a:pt x="58644" y="258846"/>
                  </a:lnTo>
                  <a:lnTo>
                    <a:pt x="97966" y="279181"/>
                  </a:lnTo>
                  <a:lnTo>
                    <a:pt x="143242" y="286484"/>
                  </a:lnTo>
                  <a:lnTo>
                    <a:pt x="188517" y="279181"/>
                  </a:lnTo>
                  <a:lnTo>
                    <a:pt x="227839" y="258846"/>
                  </a:lnTo>
                  <a:lnTo>
                    <a:pt x="258846" y="227839"/>
                  </a:lnTo>
                  <a:lnTo>
                    <a:pt x="279181" y="188517"/>
                  </a:lnTo>
                  <a:lnTo>
                    <a:pt x="286483" y="143242"/>
                  </a:lnTo>
                  <a:lnTo>
                    <a:pt x="279181" y="97966"/>
                  </a:lnTo>
                  <a:lnTo>
                    <a:pt x="258846" y="58644"/>
                  </a:lnTo>
                  <a:lnTo>
                    <a:pt x="227839" y="27637"/>
                  </a:lnTo>
                  <a:lnTo>
                    <a:pt x="188517" y="7302"/>
                  </a:lnTo>
                  <a:lnTo>
                    <a:pt x="143242" y="0"/>
                  </a:lnTo>
                  <a:close/>
                </a:path>
              </a:pathLst>
            </a:custGeom>
            <a:solidFill>
              <a:srgbClr val="B3FF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3602295" y="1441122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 extrusionOk="0">
                  <a:moveTo>
                    <a:pt x="286483" y="143242"/>
                  </a:moveTo>
                  <a:lnTo>
                    <a:pt x="279181" y="97966"/>
                  </a:lnTo>
                  <a:lnTo>
                    <a:pt x="258846" y="58644"/>
                  </a:lnTo>
                  <a:lnTo>
                    <a:pt x="227839" y="27637"/>
                  </a:lnTo>
                  <a:lnTo>
                    <a:pt x="188517" y="7302"/>
                  </a:lnTo>
                  <a:lnTo>
                    <a:pt x="143242" y="0"/>
                  </a:lnTo>
                  <a:lnTo>
                    <a:pt x="97966" y="7302"/>
                  </a:lnTo>
                  <a:lnTo>
                    <a:pt x="58644" y="27637"/>
                  </a:lnTo>
                  <a:lnTo>
                    <a:pt x="27637" y="58644"/>
                  </a:lnTo>
                  <a:lnTo>
                    <a:pt x="7302" y="97966"/>
                  </a:lnTo>
                  <a:lnTo>
                    <a:pt x="0" y="143242"/>
                  </a:lnTo>
                  <a:lnTo>
                    <a:pt x="7302" y="188517"/>
                  </a:lnTo>
                  <a:lnTo>
                    <a:pt x="27637" y="227839"/>
                  </a:lnTo>
                  <a:lnTo>
                    <a:pt x="58644" y="258846"/>
                  </a:lnTo>
                  <a:lnTo>
                    <a:pt x="97966" y="279181"/>
                  </a:lnTo>
                  <a:lnTo>
                    <a:pt x="143242" y="286484"/>
                  </a:lnTo>
                  <a:lnTo>
                    <a:pt x="188517" y="279181"/>
                  </a:lnTo>
                  <a:lnTo>
                    <a:pt x="227839" y="258846"/>
                  </a:lnTo>
                  <a:lnTo>
                    <a:pt x="258846" y="227839"/>
                  </a:lnTo>
                  <a:lnTo>
                    <a:pt x="279181" y="188517"/>
                  </a:lnTo>
                  <a:lnTo>
                    <a:pt x="286483" y="14324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9" name="Google Shape;329;p19"/>
          <p:cNvSpPr txBox="1"/>
          <p:nvPr/>
        </p:nvSpPr>
        <p:spPr>
          <a:xfrm>
            <a:off x="3691826" y="1459760"/>
            <a:ext cx="10350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aseline="30000">
                <a:latin typeface="Tahoma"/>
                <a:ea typeface="Tahoma"/>
                <a:cs typeface="Tahoma"/>
                <a:sym typeface="Tahoma"/>
              </a:rPr>
              <a:t>ˆ</a:t>
            </a:r>
            <a:endParaRPr sz="1800" baseline="30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30" name="Google Shape;330;p19"/>
          <p:cNvGrpSpPr/>
          <p:nvPr/>
        </p:nvGrpSpPr>
        <p:grpSpPr>
          <a:xfrm>
            <a:off x="2128152" y="1144844"/>
            <a:ext cx="593636" cy="499524"/>
            <a:chOff x="2128152" y="1144844"/>
            <a:chExt cx="593636" cy="499524"/>
          </a:xfrm>
        </p:grpSpPr>
        <p:sp>
          <p:nvSpPr>
            <p:cNvPr id="331" name="Google Shape;331;p19"/>
            <p:cNvSpPr/>
            <p:nvPr/>
          </p:nvSpPr>
          <p:spPr>
            <a:xfrm>
              <a:off x="2128152" y="1144844"/>
              <a:ext cx="591820" cy="345440"/>
            </a:xfrm>
            <a:custGeom>
              <a:avLst/>
              <a:gdLst/>
              <a:ahLst/>
              <a:cxnLst/>
              <a:rect l="l" t="t" r="r" b="b"/>
              <a:pathLst>
                <a:path w="591819" h="345440" extrusionOk="0">
                  <a:moveTo>
                    <a:pt x="0" y="0"/>
                  </a:moveTo>
                  <a:lnTo>
                    <a:pt x="591380" y="34496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2683688" y="1451601"/>
              <a:ext cx="38100" cy="52705"/>
            </a:xfrm>
            <a:custGeom>
              <a:avLst/>
              <a:gdLst/>
              <a:ahLst/>
              <a:cxnLst/>
              <a:rect l="l" t="t" r="r" b="b"/>
              <a:pathLst>
                <a:path w="38100" h="52705" extrusionOk="0">
                  <a:moveTo>
                    <a:pt x="30600" y="0"/>
                  </a:moveTo>
                  <a:lnTo>
                    <a:pt x="28580" y="12636"/>
                  </a:lnTo>
                  <a:lnTo>
                    <a:pt x="29603" y="23367"/>
                  </a:lnTo>
                  <a:lnTo>
                    <a:pt x="32982" y="32286"/>
                  </a:lnTo>
                  <a:lnTo>
                    <a:pt x="38031" y="39488"/>
                  </a:lnTo>
                  <a:lnTo>
                    <a:pt x="29277" y="38638"/>
                  </a:lnTo>
                  <a:lnTo>
                    <a:pt x="19849" y="40087"/>
                  </a:lnTo>
                  <a:lnTo>
                    <a:pt x="10005" y="44478"/>
                  </a:lnTo>
                  <a:lnTo>
                    <a:pt x="0" y="5245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2157772" y="1403385"/>
              <a:ext cx="542290" cy="135890"/>
            </a:xfrm>
            <a:custGeom>
              <a:avLst/>
              <a:gdLst/>
              <a:ahLst/>
              <a:cxnLst/>
              <a:rect l="l" t="t" r="r" b="b"/>
              <a:pathLst>
                <a:path w="542289" h="135890" extrusionOk="0">
                  <a:moveTo>
                    <a:pt x="0" y="0"/>
                  </a:moveTo>
                  <a:lnTo>
                    <a:pt x="541797" y="1354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2669129" y="1503617"/>
              <a:ext cx="33020" cy="59055"/>
            </a:xfrm>
            <a:custGeom>
              <a:avLst/>
              <a:gdLst/>
              <a:ahLst/>
              <a:cxnLst/>
              <a:rect l="l" t="t" r="r" b="b"/>
              <a:pathLst>
                <a:path w="33019" h="59055" extrusionOk="0">
                  <a:moveTo>
                    <a:pt x="14728" y="0"/>
                  </a:moveTo>
                  <a:lnTo>
                    <a:pt x="16319" y="12697"/>
                  </a:lnTo>
                  <a:lnTo>
                    <a:pt x="20299" y="22715"/>
                  </a:lnTo>
                  <a:lnTo>
                    <a:pt x="26035" y="30336"/>
                  </a:lnTo>
                  <a:lnTo>
                    <a:pt x="32895" y="35841"/>
                  </a:lnTo>
                  <a:lnTo>
                    <a:pt x="24252" y="37470"/>
                  </a:lnTo>
                  <a:lnTo>
                    <a:pt x="15604" y="41495"/>
                  </a:lnTo>
                  <a:lnTo>
                    <a:pt x="7378" y="48462"/>
                  </a:lnTo>
                  <a:lnTo>
                    <a:pt x="0" y="589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2161580" y="1599918"/>
              <a:ext cx="533400" cy="44450"/>
            </a:xfrm>
            <a:custGeom>
              <a:avLst/>
              <a:gdLst/>
              <a:ahLst/>
              <a:cxnLst/>
              <a:rect l="l" t="t" r="r" b="b"/>
              <a:pathLst>
                <a:path w="533400" h="44450" extrusionOk="0">
                  <a:moveTo>
                    <a:pt x="0" y="44424"/>
                  </a:moveTo>
                  <a:lnTo>
                    <a:pt x="5330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2668398" y="1571634"/>
              <a:ext cx="29209" cy="60960"/>
            </a:xfrm>
            <a:custGeom>
              <a:avLst/>
              <a:gdLst/>
              <a:ahLst/>
              <a:cxnLst/>
              <a:rect l="l" t="t" r="r" b="b"/>
              <a:pathLst>
                <a:path w="29210" h="60960" extrusionOk="0">
                  <a:moveTo>
                    <a:pt x="0" y="0"/>
                  </a:moveTo>
                  <a:lnTo>
                    <a:pt x="5597" y="11507"/>
                  </a:lnTo>
                  <a:lnTo>
                    <a:pt x="12593" y="19708"/>
                  </a:lnTo>
                  <a:lnTo>
                    <a:pt x="20479" y="25073"/>
                  </a:lnTo>
                  <a:lnTo>
                    <a:pt x="28746" y="28074"/>
                  </a:lnTo>
                  <a:lnTo>
                    <a:pt x="21090" y="32401"/>
                  </a:lnTo>
                  <a:lnTo>
                    <a:pt x="14200" y="38998"/>
                  </a:lnTo>
                  <a:lnTo>
                    <a:pt x="8658" y="48244"/>
                  </a:lnTo>
                  <a:lnTo>
                    <a:pt x="5043" y="6051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19"/>
          <p:cNvSpPr txBox="1"/>
          <p:nvPr/>
        </p:nvSpPr>
        <p:spPr>
          <a:xfrm>
            <a:off x="2310117" y="1096916"/>
            <a:ext cx="231140" cy="49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42545" marR="30480" lvl="0" indent="-5079" algn="just" rtl="0">
              <a:lnSpc>
                <a:spcPct val="9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8" name="Google Shape;338;p19"/>
          <p:cNvGrpSpPr/>
          <p:nvPr/>
        </p:nvGrpSpPr>
        <p:grpSpPr>
          <a:xfrm>
            <a:off x="2146047" y="1664627"/>
            <a:ext cx="575738" cy="348888"/>
            <a:chOff x="2146047" y="1664627"/>
            <a:chExt cx="575738" cy="348888"/>
          </a:xfrm>
        </p:grpSpPr>
        <p:sp>
          <p:nvSpPr>
            <p:cNvPr id="339" name="Google Shape;339;p19"/>
            <p:cNvSpPr/>
            <p:nvPr/>
          </p:nvSpPr>
          <p:spPr>
            <a:xfrm>
              <a:off x="2146047" y="1678870"/>
              <a:ext cx="574040" cy="334645"/>
            </a:xfrm>
            <a:custGeom>
              <a:avLst/>
              <a:gdLst/>
              <a:ahLst/>
              <a:cxnLst/>
              <a:rect l="l" t="t" r="r" b="b"/>
              <a:pathLst>
                <a:path w="574039" h="334644" extrusionOk="0">
                  <a:moveTo>
                    <a:pt x="0" y="334530"/>
                  </a:moveTo>
                  <a:lnTo>
                    <a:pt x="5734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2683685" y="1664627"/>
              <a:ext cx="38100" cy="52705"/>
            </a:xfrm>
            <a:custGeom>
              <a:avLst/>
              <a:gdLst/>
              <a:ahLst/>
              <a:cxnLst/>
              <a:rect l="l" t="t" r="r" b="b"/>
              <a:pathLst>
                <a:path w="38100" h="52705" extrusionOk="0">
                  <a:moveTo>
                    <a:pt x="0" y="0"/>
                  </a:moveTo>
                  <a:lnTo>
                    <a:pt x="10005" y="7978"/>
                  </a:lnTo>
                  <a:lnTo>
                    <a:pt x="19849" y="12369"/>
                  </a:lnTo>
                  <a:lnTo>
                    <a:pt x="29277" y="13818"/>
                  </a:lnTo>
                  <a:lnTo>
                    <a:pt x="38031" y="12968"/>
                  </a:lnTo>
                  <a:lnTo>
                    <a:pt x="32982" y="20170"/>
                  </a:lnTo>
                  <a:lnTo>
                    <a:pt x="29603" y="29089"/>
                  </a:lnTo>
                  <a:lnTo>
                    <a:pt x="28580" y="39820"/>
                  </a:lnTo>
                  <a:lnTo>
                    <a:pt x="30600" y="5245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" name="Google Shape;341;p19"/>
          <p:cNvSpPr txBox="1"/>
          <p:nvPr/>
        </p:nvSpPr>
        <p:spPr>
          <a:xfrm>
            <a:off x="2314689" y="1814720"/>
            <a:ext cx="22606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" name="Google Shape;342;p19"/>
          <p:cNvGrpSpPr/>
          <p:nvPr/>
        </p:nvGrpSpPr>
        <p:grpSpPr>
          <a:xfrm>
            <a:off x="3064107" y="1553977"/>
            <a:ext cx="533565" cy="60960"/>
            <a:chOff x="3064107" y="1553977"/>
            <a:chExt cx="533565" cy="60960"/>
          </a:xfrm>
        </p:grpSpPr>
        <p:sp>
          <p:nvSpPr>
            <p:cNvPr id="343" name="Google Shape;343;p19"/>
            <p:cNvSpPr/>
            <p:nvPr/>
          </p:nvSpPr>
          <p:spPr>
            <a:xfrm>
              <a:off x="3064107" y="1584342"/>
              <a:ext cx="530860" cy="0"/>
            </a:xfrm>
            <a:custGeom>
              <a:avLst/>
              <a:gdLst/>
              <a:ahLst/>
              <a:cxnLst/>
              <a:rect l="l" t="t" r="r" b="b"/>
              <a:pathLst>
                <a:path w="530860" h="120000" extrusionOk="0">
                  <a:moveTo>
                    <a:pt x="0" y="0"/>
                  </a:moveTo>
                  <a:lnTo>
                    <a:pt x="530681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3571002" y="1553977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" name="Google Shape;345;p19"/>
          <p:cNvSpPr txBox="1"/>
          <p:nvPr/>
        </p:nvSpPr>
        <p:spPr>
          <a:xfrm>
            <a:off x="3290849" y="1386933"/>
            <a:ext cx="635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6" name="Google Shape;346;p1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47" name="Google Shape;347;p1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" name="Google Shape;350;p1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351" name="Google Shape;351;p1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r>
              <a:rPr lang="en-US"/>
              <a:t> / 46</a:t>
            </a:r>
            <a:endParaRPr/>
          </a:p>
        </p:txBody>
      </p:sp>
      <p:pic>
        <p:nvPicPr>
          <p:cNvPr id="353" name="Google Shape;35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425" y="2568580"/>
            <a:ext cx="2222953" cy="4782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0B2C613-DB78-2736-EED8-EED03053C10F}"/>
                  </a:ext>
                </a:extLst>
              </p14:cNvPr>
              <p14:cNvContentPartPr/>
              <p14:nvPr/>
            </p14:nvContentPartPr>
            <p14:xfrm>
              <a:off x="1583280" y="995760"/>
              <a:ext cx="2207520" cy="1154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0B2C613-DB78-2736-EED8-EED03053C10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73920" y="986400"/>
                <a:ext cx="2226240" cy="117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inear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347294" y="451039"/>
            <a:ext cx="5065395" cy="64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 single neuron computes a weighted sum and applied identity activation function.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Prediction for input </a:t>
            </a:r>
            <a:r>
              <a:rPr lang="en-US" sz="1050" b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1337250" y="1203325"/>
            <a:ext cx="345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aseline="30000">
                <a:latin typeface="Tahoma"/>
                <a:ea typeface="Tahoma"/>
                <a:cs typeface="Tahoma"/>
                <a:sym typeface="Tahoma"/>
              </a:rPr>
              <a:t>ˆ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1" name="Google Shape;361;p20"/>
          <p:cNvSpPr txBox="1"/>
          <p:nvPr/>
        </p:nvSpPr>
        <p:spPr>
          <a:xfrm>
            <a:off x="5220322" y="1218519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(2)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" name="Google Shape;362;p20"/>
          <p:cNvGrpSpPr/>
          <p:nvPr/>
        </p:nvGrpSpPr>
        <p:grpSpPr>
          <a:xfrm>
            <a:off x="513702" y="1817179"/>
            <a:ext cx="69291" cy="489661"/>
            <a:chOff x="513702" y="1817179"/>
            <a:chExt cx="69291" cy="489661"/>
          </a:xfrm>
        </p:grpSpPr>
        <p:pic>
          <p:nvPicPr>
            <p:cNvPr id="363" name="Google Shape;363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81717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02736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2375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6" name="Google Shape;366;p20"/>
          <p:cNvSpPr txBox="1">
            <a:spLocks noGrp="1"/>
          </p:cNvSpPr>
          <p:nvPr>
            <p:ph type="body" idx="1"/>
          </p:nvPr>
        </p:nvSpPr>
        <p:spPr>
          <a:xfrm>
            <a:off x="321894" y="1497985"/>
            <a:ext cx="381254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where:</a:t>
            </a:r>
            <a:endParaRPr/>
          </a:p>
          <a:p>
            <a:pPr marL="335280" lvl="0" indent="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solidFill>
                  <a:srgbClr val="000000"/>
                </a:solidFill>
              </a:rPr>
              <a:t>0</a:t>
            </a:r>
            <a:r>
              <a:rPr lang="en-US" sz="12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solidFill>
                  <a:srgbClr val="000000"/>
                </a:solidFill>
              </a:rPr>
              <a:t>1</a:t>
            </a:r>
            <a:r>
              <a:rPr lang="en-US" sz="12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i="1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 i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solidFill>
                  <a:srgbClr val="000000"/>
                </a:solidFill>
              </a:rPr>
              <a:t>R</a:t>
            </a:r>
            <a:r>
              <a:rPr lang="en-US" sz="1050" i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050" baseline="30000">
                <a:solidFill>
                  <a:srgbClr val="000000"/>
                </a:solidFill>
              </a:rPr>
              <a:t>1 </a:t>
            </a:r>
            <a:r>
              <a:rPr lang="en-US" sz="1050">
                <a:solidFill>
                  <a:srgbClr val="000000"/>
                </a:solidFill>
              </a:rPr>
              <a:t>are the model parameters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 sz="12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solidFill>
                  <a:srgbClr val="000000"/>
                </a:solidFill>
              </a:rPr>
              <a:t>1</a:t>
            </a:r>
            <a:r>
              <a:rPr lang="en-US" sz="12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i="1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 i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solidFill>
                  <a:srgbClr val="000000"/>
                </a:solidFill>
              </a:rPr>
              <a:t>R</a:t>
            </a:r>
            <a:r>
              <a:rPr lang="en-US" sz="1050" i="1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050" baseline="30000">
                <a:solidFill>
                  <a:srgbClr val="000000"/>
                </a:solidFill>
              </a:rPr>
              <a:t>1 </a:t>
            </a:r>
            <a:r>
              <a:rPr lang="en-US" sz="1050">
                <a:solidFill>
                  <a:srgbClr val="000000"/>
                </a:solidFill>
              </a:rPr>
              <a:t>is the input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·</a:t>
            </a: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>
                <a:solidFill>
                  <a:srgbClr val="000000"/>
                </a:solidFill>
              </a:rPr>
              <a:t>is the </a:t>
            </a:r>
            <a:r>
              <a:rPr lang="en-US"/>
              <a:t>identity activation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None/>
            </a:pPr>
            <a:r>
              <a:rPr lang="en-US"/>
              <a:t>Vectorized form: </a:t>
            </a:r>
            <a:r>
              <a:rPr lang="en-US">
                <a:solidFill>
                  <a:srgbClr val="000000"/>
                </a:solidFill>
              </a:rPr>
              <a:t>for all predictions</a:t>
            </a:r>
            <a:endParaRPr/>
          </a:p>
          <a:p>
            <a:pPr marL="2320925" lvl="0" indent="0" algn="l" rtl="0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</a:t>
            </a: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Xw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5220322" y="2753161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(3)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2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69" name="Google Shape;369;p2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" name="Google Shape;372;p2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373" name="Google Shape;373;p2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r>
              <a:rPr lang="en-US"/>
              <a:t> 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ABA21F-50EC-89D9-CB28-033FDD7E7123}"/>
                  </a:ext>
                </a:extLst>
              </p14:cNvPr>
              <p14:cNvContentPartPr/>
              <p14:nvPr/>
            </p14:nvContentPartPr>
            <p14:xfrm>
              <a:off x="1261440" y="968760"/>
              <a:ext cx="4398840" cy="1638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ABA21F-50EC-89D9-CB28-033FDD7E71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52080" y="959400"/>
                <a:ext cx="4417560" cy="165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"/>
          <p:cNvSpPr txBox="1"/>
          <p:nvPr/>
        </p:nvSpPr>
        <p:spPr>
          <a:xfrm>
            <a:off x="95300" y="109545"/>
            <a:ext cx="3350895" cy="80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dentity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ctivation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264160" lvl="0" indent="0" algn="l" rtl="0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Identity Activation Function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303530" lvl="0" indent="0" algn="r" rtl="0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5220322" y="717250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(4)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21"/>
          <p:cNvGrpSpPr/>
          <p:nvPr/>
        </p:nvGrpSpPr>
        <p:grpSpPr>
          <a:xfrm>
            <a:off x="0" y="1120133"/>
            <a:ext cx="5760261" cy="2113878"/>
            <a:chOff x="0" y="1120133"/>
            <a:chExt cx="5760261" cy="2113878"/>
          </a:xfrm>
        </p:grpSpPr>
        <p:pic>
          <p:nvPicPr>
            <p:cNvPr id="382" name="Google Shape;382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2012" y="1120133"/>
              <a:ext cx="4535958" cy="1955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2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6" name="Google Shape;386;p2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387" name="Google Shape;387;p2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r>
              <a:rPr lang="en-US"/>
              <a:t> 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A3D0FC-76AF-8489-90A7-0E3A372E4501}"/>
                  </a:ext>
                </a:extLst>
              </p14:cNvPr>
              <p14:cNvContentPartPr/>
              <p14:nvPr/>
            </p14:nvContentPartPr>
            <p14:xfrm>
              <a:off x="428040" y="432720"/>
              <a:ext cx="4912560" cy="2663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A3D0FC-76AF-8489-90A7-0E3A372E450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8680" y="423360"/>
                <a:ext cx="4931280" cy="268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dentity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grpSp>
        <p:nvGrpSpPr>
          <p:cNvPr id="394" name="Google Shape;394;p22"/>
          <p:cNvGrpSpPr/>
          <p:nvPr/>
        </p:nvGrpSpPr>
        <p:grpSpPr>
          <a:xfrm>
            <a:off x="513702" y="856932"/>
            <a:ext cx="69291" cy="2134057"/>
            <a:chOff x="513702" y="856932"/>
            <a:chExt cx="69291" cy="2134057"/>
          </a:xfrm>
        </p:grpSpPr>
        <p:pic>
          <p:nvPicPr>
            <p:cNvPr id="395" name="Google Shape;395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5693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7834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29976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2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52118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2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74260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2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25743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2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47886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2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70028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2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92169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4" name="Google Shape;404;p22"/>
          <p:cNvSpPr txBox="1"/>
          <p:nvPr/>
        </p:nvSpPr>
        <p:spPr>
          <a:xfrm>
            <a:off x="296494" y="519942"/>
            <a:ext cx="3820200" cy="26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60680" marR="1588135" lvl="0" indent="-297815" algn="l" rtl="0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Properties of Identity Function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Output: Continuous,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−∞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∞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360680" marR="1264920" lvl="0" indent="0" algn="l" rtl="0">
              <a:lnSpc>
                <a:spcPct val="144916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Differentiable everywhere: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'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 Allows output to take any real value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60680" marR="674370" lvl="0" indent="0" algn="l" rtl="0">
              <a:lnSpc>
                <a:spcPct val="165619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Gradient flows unchanged through the neuron Perfect for predicting continuous targets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63500" lvl="0" indent="0" algn="l" rtl="0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Why identity for regression?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60680" marR="43180" lvl="0" indent="0" algn="l" rtl="0">
              <a:lnSpc>
                <a:spcPct val="129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Target values are continuous (prices, temperatures, etc.) Need to predict any real number, not just binary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{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0,1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Differentiability enables gradient-based optimization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606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No information loss from input to output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5" name="Google Shape;405;p2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06" name="Google Shape;406;p2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2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410" name="Google Shape;410;p2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r>
              <a:rPr lang="en-US"/>
              <a:t> 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8E8A7F-8ABA-6A9A-1C6B-79358853CF6A}"/>
                  </a:ext>
                </a:extLst>
              </p14:cNvPr>
              <p14:cNvContentPartPr/>
              <p14:nvPr/>
            </p14:nvContentPartPr>
            <p14:xfrm>
              <a:off x="1020240" y="847080"/>
              <a:ext cx="3876480" cy="2332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C8E8A7F-8ABA-6A9A-1C6B-79358853CF6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10880" y="837720"/>
                <a:ext cx="3895200" cy="2351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469138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O</a:t>
            </a:r>
            <a:r>
              <a:rPr lang="en-US" cap="small">
                <a:solidFill>
                  <a:srgbClr val="FFFFFF"/>
                </a:solidFill>
              </a:rPr>
              <a:t>bjective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r>
              <a:rPr lang="en-US">
                <a:solidFill>
                  <a:srgbClr val="FFFFFF"/>
                </a:solidFill>
              </a:rPr>
              <a:t>: S</a:t>
            </a:r>
            <a:r>
              <a:rPr lang="en-US" cap="small">
                <a:solidFill>
                  <a:srgbClr val="FFFFFF"/>
                </a:solidFill>
              </a:rPr>
              <a:t>quared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rror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endParaRPr/>
          </a:p>
        </p:txBody>
      </p:sp>
      <p:grpSp>
        <p:nvGrpSpPr>
          <p:cNvPr id="417" name="Google Shape;417;p2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18" name="Google Shape;418;p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1" name="Google Shape;421;p2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422" name="Google Shape;422;p2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r>
              <a:rPr lang="en-US"/>
              <a:t> / 46</a:t>
            </a:r>
            <a:endParaRPr/>
          </a:p>
        </p:txBody>
      </p:sp>
      <p:pic>
        <p:nvPicPr>
          <p:cNvPr id="424" name="Google Shape;4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345075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893440-0107-9327-33BC-6B14E4D80ACA}"/>
                  </a:ext>
                </a:extLst>
              </p14:cNvPr>
              <p14:cNvContentPartPr/>
              <p14:nvPr/>
            </p14:nvContentPartPr>
            <p14:xfrm>
              <a:off x="1004400" y="851760"/>
              <a:ext cx="3795480" cy="2145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893440-0107-9327-33BC-6B14E4D80A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5040" y="842400"/>
                <a:ext cx="3814200" cy="2164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quared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rror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430" name="Google Shape;430;p24"/>
          <p:cNvGrpSpPr/>
          <p:nvPr/>
        </p:nvGrpSpPr>
        <p:grpSpPr>
          <a:xfrm>
            <a:off x="513702" y="964844"/>
            <a:ext cx="69291" cy="733539"/>
            <a:chOff x="513702" y="964844"/>
            <a:chExt cx="69291" cy="733539"/>
          </a:xfrm>
        </p:grpSpPr>
        <p:pic>
          <p:nvPicPr>
            <p:cNvPr id="431" name="Google Shape;431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96484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18625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2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40768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2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62909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5" name="Google Shape;435;p24"/>
          <p:cNvSpPr txBox="1"/>
          <p:nvPr/>
        </p:nvSpPr>
        <p:spPr>
          <a:xfrm>
            <a:off x="347294" y="608443"/>
            <a:ext cx="4394835" cy="142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Advantages of squared error loss: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  <a:p>
            <a:pPr marL="309880" marR="92265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Differentiable: </a:t>
            </a: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Smooth everywhere, easy to optimize </a:t>
            </a: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Convex: </a:t>
            </a: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Single global minimum (for linear models) </a:t>
            </a: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Penalizes large errors: </a:t>
            </a: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Quadratic growth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Statistical interpretation: </a:t>
            </a: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Maximum likelihood under Gaussian noise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Vector Form: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4"/>
          <p:cNvSpPr txBox="1"/>
          <p:nvPr/>
        </p:nvSpPr>
        <p:spPr>
          <a:xfrm>
            <a:off x="5220322" y="2210706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(8)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321894" y="2595166"/>
            <a:ext cx="447421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the design matrix and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the target vector.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8" name="Google Shape;438;p2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39" name="Google Shape;439;p2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2" name="Google Shape;442;p2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443" name="Google Shape;443;p2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r>
              <a:rPr lang="en-US"/>
              <a:t> / 46</a:t>
            </a:r>
            <a:endParaRPr/>
          </a:p>
        </p:txBody>
      </p:sp>
      <p:pic>
        <p:nvPicPr>
          <p:cNvPr id="445" name="Google Shape;445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02475" y="2119155"/>
            <a:ext cx="3200573" cy="51227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C8A1DC-C2E4-1E0E-AE6B-6C17F635A557}"/>
                  </a:ext>
                </a:extLst>
              </p14:cNvPr>
              <p14:cNvContentPartPr/>
              <p14:nvPr/>
            </p14:nvContentPartPr>
            <p14:xfrm>
              <a:off x="15840" y="243360"/>
              <a:ext cx="5748120" cy="2765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C8A1DC-C2E4-1E0E-AE6B-6C17F635A55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80" y="234000"/>
                <a:ext cx="5766840" cy="2783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5"/>
          <p:cNvSpPr txBox="1"/>
          <p:nvPr/>
        </p:nvSpPr>
        <p:spPr>
          <a:xfrm>
            <a:off x="95300" y="109545"/>
            <a:ext cx="346837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isualizing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rror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urface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1" name="Google Shape;451;p25"/>
          <p:cNvGrpSpPr/>
          <p:nvPr/>
        </p:nvGrpSpPr>
        <p:grpSpPr>
          <a:xfrm>
            <a:off x="0" y="635571"/>
            <a:ext cx="5760261" cy="2598440"/>
            <a:chOff x="0" y="635571"/>
            <a:chExt cx="5760261" cy="2598440"/>
          </a:xfrm>
        </p:grpSpPr>
        <p:pic>
          <p:nvPicPr>
            <p:cNvPr id="452" name="Google Shape;452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5190" y="635571"/>
              <a:ext cx="4989538" cy="18819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Google Shape;453;p2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25"/>
          <p:cNvSpPr txBox="1"/>
          <p:nvPr/>
        </p:nvSpPr>
        <p:spPr>
          <a:xfrm>
            <a:off x="1136218" y="2623621"/>
            <a:ext cx="3488054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The error surface is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convex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with a single global minimum.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458" name="Google Shape;458;p2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r>
              <a:rPr lang="en-US"/>
              <a:t> 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24F475-A6C7-AEBA-2A2A-5BFE4C97FE40}"/>
                  </a:ext>
                </a:extLst>
              </p14:cNvPr>
              <p14:cNvContentPartPr/>
              <p14:nvPr/>
            </p14:nvContentPartPr>
            <p14:xfrm>
              <a:off x="2434680" y="455040"/>
              <a:ext cx="3270600" cy="2657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24F475-A6C7-AEBA-2A2A-5BFE4C97FE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5320" y="445680"/>
                <a:ext cx="3289320" cy="267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342004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escent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endParaRPr/>
          </a:p>
        </p:txBody>
      </p:sp>
      <p:sp>
        <p:nvSpPr>
          <p:cNvPr id="465" name="Google Shape;465;p26"/>
          <p:cNvSpPr txBox="1"/>
          <p:nvPr/>
        </p:nvSpPr>
        <p:spPr>
          <a:xfrm>
            <a:off x="347294" y="470527"/>
            <a:ext cx="406209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Idea: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Iteratively update weights in the direction of steepest descent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0129" y="833323"/>
            <a:ext cx="3079750" cy="174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6"/>
          <p:cNvSpPr txBox="1"/>
          <p:nvPr/>
        </p:nvSpPr>
        <p:spPr>
          <a:xfrm>
            <a:off x="347294" y="2638621"/>
            <a:ext cx="394081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4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η &gt;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 is the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learning rate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(step size).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Intuition: Move downhill on the error surface to find the minimum.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8" name="Google Shape;468;p2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69" name="Google Shape;469;p2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2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473" name="Google Shape;473;p2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r>
              <a:rPr lang="en-US"/>
              <a:t> / 46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5759865" cy="32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5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BITS P</a:t>
            </a:r>
            <a:r>
              <a:rPr lang="en-US" cap="small" dirty="0"/>
              <a:t>ilani</a:t>
            </a:r>
            <a:r>
              <a:rPr lang="en-US" dirty="0"/>
              <a:t> WILP</a:t>
            </a:r>
            <a:endParaRPr dirty="0"/>
          </a:p>
        </p:txBody>
      </p:sp>
      <p:sp>
        <p:nvSpPr>
          <p:cNvPr id="994" name="Google Shape;994;p5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r>
              <a:rPr lang="en-US"/>
              <a:t> / 46</a:t>
            </a:r>
            <a:endParaRPr/>
          </a:p>
        </p:txBody>
      </p:sp>
      <p:pic>
        <p:nvPicPr>
          <p:cNvPr id="996" name="Google Shape;996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9089"/>
            <a:ext cx="5765801" cy="3003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269774655960a1f364fb373cfdb19387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0f3c1362c9e8f2540a0f1923835f41ad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A57A2B6A-11DB-423A-866D-F7772833637A}"/>
</file>

<file path=customXml/itemProps2.xml><?xml version="1.0" encoding="utf-8"?>
<ds:datastoreItem xmlns:ds="http://schemas.openxmlformats.org/officeDocument/2006/customXml" ds:itemID="{1E16E013-2712-4A70-AF61-C80049B839EA}"/>
</file>

<file path=customXml/itemProps3.xml><?xml version="1.0" encoding="utf-8"?>
<ds:datastoreItem xmlns:ds="http://schemas.openxmlformats.org/officeDocument/2006/customXml" ds:itemID="{C963A378-251F-4564-988E-7F5DFC29A0D4}"/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978</Words>
  <Application>Microsoft Office PowerPoint</Application>
  <PresentationFormat>Custom</PresentationFormat>
  <Paragraphs>218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Table of Contents</vt:lpstr>
      <vt:lpstr>What is Regression?</vt:lpstr>
      <vt:lpstr>Examples of Regression Problems</vt:lpstr>
      <vt:lpstr>Table of Contents</vt:lpstr>
      <vt:lpstr>What is Linear Regression?</vt:lpstr>
      <vt:lpstr>Examples of Linear Regression</vt:lpstr>
      <vt:lpstr>PowerPoint Presentation</vt:lpstr>
      <vt:lpstr>Table of Contents</vt:lpstr>
      <vt:lpstr>The Four Components</vt:lpstr>
      <vt:lpstr>Matrix Form of Data</vt:lpstr>
      <vt:lpstr>Linear Model as a Single Neuron</vt:lpstr>
      <vt:lpstr>Linear Model Prediction</vt:lpstr>
      <vt:lpstr>PowerPoint Presentation</vt:lpstr>
      <vt:lpstr>Identity Activation Function</vt:lpstr>
      <vt:lpstr>Objective Function: Squared Error Loss</vt:lpstr>
      <vt:lpstr>Why Squared Error?</vt:lpstr>
      <vt:lpstr>PowerPoint Presentation</vt:lpstr>
      <vt:lpstr>Gradient Descent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Neha Vinayak .</cp:lastModifiedBy>
  <cp:revision>4</cp:revision>
  <dcterms:modified xsi:type="dcterms:W3CDTF">2025-11-09T07:27:34Z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