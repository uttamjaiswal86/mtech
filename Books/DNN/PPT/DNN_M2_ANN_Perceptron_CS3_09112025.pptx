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2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7.xml" ContentType="application/vnd.openxmlformats-officedocument.presentationml.notesSlide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28.xml" ContentType="application/vnd.openxmlformats-officedocument.presentationml.notesSlide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ink/ink21.xml" ContentType="application/inkml+xml"/>
  <Override PartName="/ppt/ink/ink20.xml" ContentType="application/inkml+xml"/>
  <Override PartName="/ppt/ink/ink19.xml" ContentType="application/inkml+xml"/>
  <Override PartName="/ppt/ink/ink18.xml" ContentType="application/inkml+xml"/>
  <Override PartName="/ppt/ink/ink17.xml" ContentType="application/inkml+xml"/>
  <Override PartName="/ppt/ink/ink16.xml" ContentType="application/inkml+xml"/>
  <Override PartName="/ppt/ink/ink15.xml" ContentType="application/inkml+xml"/>
  <Override PartName="/ppt/ink/ink13.xml" ContentType="application/inkml+xml"/>
  <Override PartName="/ppt/ink/ink12.xml" ContentType="application/inkml+xml"/>
  <Override PartName="/ppt/ink/ink11.xml" ContentType="application/inkml+xml"/>
  <Override PartName="/ppt/ink/ink10.xml" ContentType="application/inkml+xml"/>
  <Override PartName="/ppt/ink/ink9.xml" ContentType="application/inkml+xml"/>
  <Override PartName="/ppt/ink/ink8.xml" ContentType="application/inkml+xml"/>
  <Override PartName="/ppt/ink/ink7.xml" ContentType="application/inkml+xml"/>
  <Override PartName="/ppt/ink/ink6.xml" ContentType="application/inkml+xml"/>
  <Override PartName="/ppt/ink/ink5.xml" ContentType="application/inkml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ink/ink14.xml" ContentType="application/inkml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  <p:sldMasterId id="2147483660" r:id="rId2"/>
  </p:sldMasterIdLst>
  <p:notesMasterIdLst>
    <p:notesMasterId r:id="rId36"/>
  </p:notesMasterIdLst>
  <p:sldIdLst>
    <p:sldId id="302" r:id="rId3"/>
    <p:sldId id="257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303" r:id="rId22"/>
    <p:sldId id="304" r:id="rId23"/>
    <p:sldId id="305" r:id="rId24"/>
    <p:sldId id="291" r:id="rId25"/>
    <p:sldId id="292" r:id="rId26"/>
    <p:sldId id="294" r:id="rId27"/>
    <p:sldId id="295" r:id="rId28"/>
    <p:sldId id="296" r:id="rId29"/>
    <p:sldId id="297" r:id="rId30"/>
    <p:sldId id="298" r:id="rId31"/>
    <p:sldId id="300" r:id="rId32"/>
    <p:sldId id="299" r:id="rId33"/>
    <p:sldId id="293" r:id="rId34"/>
    <p:sldId id="301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FC60E1-CCDB-4A60-AB2C-E36D62583BF8}">
  <a:tblStyle styleId="{50FC60E1-CCDB-4A60-AB2C-E36D62583B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ustomXml" Target="../customXml/item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ustomXml" Target="../customXml/item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7283 7163 15 0,'0'0'1'0,"10"-10"1"0,-1 0 16 0,-9 10 3 0,0-9 0 0,0-1-9 0,0 10-2 0,0 10-1 0,0-1-4 0,0 11-3 0,0 10 0 0,10 10 0 0,-10-2 0 0,0 13 0 0,0-2 1 0,10 11-2 0,1 10 0 0,-2-2 2 0,-9 2 1 0,-9 10-1 0,9-11-1 0,9 11-1 0,-9-1 1 0,0 1 0 0,-9 9-1 0,9-1 1 0,0 2 0 0,9-11-1 0,1 11 0 0,-1 9 0 0,2-9 1 0,-11-2 0 0,0-8 0 0,20 0-2 0,-20-2 1 0,20 2-1 0,-20 0 1 0,10-1 1 0,-10-9 1 0,0 9-3 0,0-10 1 0,19 10-1 0,-19-9-2 0,0 0 3 0,0 9-1 0,0-9 0 0,10 8 1 0,0-19-1 0,-10-8 1 0,0-1 0 0,0-1-1 0,0-9 1 0,10-10-1 0,-10 0 0 0,10-1-1 0,-10 11 0 0,0-21 2 0,0-8-2 0,10 9 2 0,-10-11-1 0,0-9 1 0,-10 0 0 0,10-9-1 0,-10-52-23 0,0 3-90 0</inkml:trace>
  <inkml:trace contextRef="#ctx0" brushRef="#br0">6290 7828 18 0,'0'0'15'0,"-9"-10"4"0,-11 10 4 0,20 0-9 0,0 0-2 0,20 0-5 0,9-11-1 0,11 11-1 0,10 0-4 0,19 0 0 0,-9-9 1 0,-1-1-1 0,-8 10 1 0,-13-10-1 0,-8 1 0 0,-11-1 0 0,-19 10-5 0,0 10-30 0,-9 9-51 0</inkml:trace>
  <inkml:trace contextRef="#ctx0" brushRef="#br0">6261 7877 8 0,'0'0'0'0,"0"-9"30"0,-10 9 0 0,0-10-4 0,10 10-8 0,0-10-10 0,10 20-2 0,10 0-4 0,19 10-1 0,1 9 1 0,0-10-2 0,-1 12 2 0,1 8-1 0,0-10-1 0,-20-8 2 0,-10-2-1 0,-10 2 1 0,0-1 2 0,-30 0 0 0,-10 9-2 0,0 1-2 0,11 0 1 0,-1 0-1 0,0 0 0 0,10 9 2 0,0-20-4 0,10 2 2 0,10-12 0 0,0 2 2 0,0 9-3 0,10-11 1 0,20 1 3 0,20-10-3 0,19 0 0 0,-9 0 0 0,-30 0 0 0,29 10 0 0,-9-10 1 0,-21 0-2 0,1 0 3 0,-20 0 1 0,-1 0-2 0,-9 0-2 0,0 0-148 0</inkml:trace>
  <inkml:trace contextRef="#ctx0" brushRef="#br0">8017 7719 15 0,'0'0'0'0,"0"0"28"0,-10-11-5 0,10 2-5 0,0-1-5 0,0 10-5 0,0-10-3 0,10-1-2 0,-10 2-2 0,0 0 1 0,0-2 1 0,0 11-1 0,0-19 0 0,-10 8-1 0,-1 2 0 0,11-1 0 0,-9 10 0 0,-1-10 0 0,-10 10 1 0,10 0-2 0,0 10 1 0,1 0-1 0,-1 10 0 0,1-1 0 0,-2 10 1 0,1 2-1 0,0 8 1 0,10 11-1 0,-10 10 0 0,10 9 0 0,10 1 1 0,10 9 0 0,-9 11 0 0,8-2-2 0,-19-8 3 0,-10-20 1 0,1-21 3 0,-12-9 0 0,-9-30-1 0,10 0-1 0,-9 10-2 0,9-10 0 0,10 0-3 0,10 0-11 0,0-10-58 0,0-1-6 0</inkml:trace>
  <inkml:trace contextRef="#ctx0" brushRef="#br0">7689 8086 36 0,'-29'-11'37'0,"29"11"-22"0,0-9-4 0,10 9-1 0,19-10 0 0,31 10-5 0,19 0 0 0,1 0-1 0,-30 0-1 0,-11 0 2 0,-29 0 0 0,-10 0 2 0,0 0 0 0,10 0-80 0,-10 0-5 0</inkml:trace>
  <inkml:trace contextRef="#ctx0" brushRef="#br0">8324 8006 39 0,'-19'0'14'0,"-1"11"-3"0,20-11 6 0,0-20-1 0,0 10-1 0,10-10-8 0,29-20-2 0,41-29 1 0,29-30 5 0,10 19-3 0,20 21-4 0,-10-1-2 0,-10 10-1 0,-40 10 2 0,-19 10 1 0,-30 11-1 0,-21 9-3 0,1-1-12 0,-10 3-62 0,0-2 13 0</inkml:trace>
  <inkml:trace contextRef="#ctx0" brushRef="#br0">8959 7312 60 0,'-9'0'14'0,"-1"-11"4"0,10 11 4 0,29 0-6 0,21 11-7 0,19-11-4 0,-19 10 0 0,10-10-2 0,-20 10-1 0,-1-1 0 0,-29-9 0 0,-10 0-1 0,0 11 0 0,0-1 1 0,0 28-1 0,-21 32 2 0,-7-1 0 0,-3 1 0 0,3-29 1 0,7-2-1 0,11-9-2 0,0-11 2 0,0-8-2 0,10-1 1 0,0-10-2 0,-10 10 1 0,10-10 0 0,0 0 1 0,0 0-1 0,0 0 0 0,0-10-7 0,0-11-11 0,0 21-39 0,0 11-32 0</inkml:trace>
  <inkml:trace contextRef="#ctx0" brushRef="#br0">9962 7301 27 0,'9'-9'6'0,"31"-12"-4"0,-10 3 27 0,-20-12-4 0,10 9-19 0,0-28-4 0,-11-1-1 0,-9 11 2 0,-9-1 10 0,-11 20-7 0,-10 1-4 0,10 19-1 0,-10 0-1 0,1 19 1 0,-11 31 1 0,0 10 0 0,20-2 0 0,10-7 0 0,20-21-1 0,10-12 1 0,10-18-1 0,10-18-1 0,-1-33-1 0,1 12 1 0,-10 29 1 0,-20 10 5 0,0 10 1 0,0 20-5 0,-1-10-1 0,1 9-9 0,0-8-62 0,0-21 10 0</inkml:trace>
  <inkml:trace contextRef="#ctx0" brushRef="#br0">10477 6915 66 0,'-19'0'7'0,"-11"10"6"0,-10 30 11 0,10 19-15 0,21 11-6 0,18-1-2 0,21-9 0 0,10-41 2 0,19-8-1 0,11-41-4 0,19-40-1 0,0-19 0 0,-19-1 2 0,-20 2-1 0,-31 7 1 0,-9 12 2 0,-10 10-1 0,10 18 5 0,-10 12 0 0,0 20 0 0,-10 29-2 0,-10 28 3 0,-9 43-2 0,9 8-3 0,20-10 1 0,20-19-2 0,9-12 0 0,11-17 1 0,0-21 1 0,19-20-4 0,11-50 3 0,0-10-1 0,-21 1 1 0,-19-2 0 0,-11 13 0 0,-9 27 2 0,-10 12-2 0,0 29 2 0,-10 38 0 0,-9 12-1 0,19-11-1 0,10-19 2 0,18-10-3 0,33-9 0 0,-12-21-9 0,-19-30-22 0,-10-20-74 0</inkml:trace>
  <inkml:trace contextRef="#ctx0" brushRef="#br0">11470 6508 128 0,'-10'-9'4'0,"-30"-11"-10"0,50 20-26 0,-10 10-53 0</inkml:trace>
  <inkml:trace contextRef="#ctx0" brushRef="#br0">10626 6727 126 0,'-29'-21'0'0,"98"2"-3"0,50-21 5 0,30 21-7 0,-20 9-93 0</inkml:trace>
  <inkml:trace contextRef="#ctx0" brushRef="#br0">11569 6904 53 0,'0'-9'0'0,"10"-30"-4"0,30-1 4 0,-11 20 21 0,-9 29 1 0,-10 42-4 0,-10 58-10 0,10-10-5 0,30-49 2 0,-11-50 8 0,11-70-6 0,0-40-3 0,-1 11-2 0,1 60-16 0,0 29-102 0</inkml:trace>
  <inkml:trace contextRef="#ctx0" brushRef="#br0">12184 7054 24 0,'10'0'4'0,"10"-21"-4"0,10-27 26 0,-11-12 0 0,-9 1-11 0,0 9-9 0,-10 20-3 0,-10 1-1 0,-9 8 3 0,-1 12-1 0,0 18-1 0,-10 12-3 0,0 27 2 0,1 3 2 0,9 8-2 0,10-19-1 0,10 0 0 0,10-20 0 0,0-11 0 0,19-9 0 0,21-39-2 0,0 9 1 0,-31 20 0 0,1 10-1 0,-10 10 0 0,0 9 1 0,20 2 0 0,10-1-1 0,19-2 0 0,-9-7 0 0,-2-31 1 0,13-39 1 0,8-40-3 0,-29-31-3 0,0 22 4 0,-30 28 1 0,-20 11 0 0,10-1 1 0,-10 11-1 0,10 48 0 0,-10 11-1 0,-10 80 7 0,-10 29-2 0,10 10-2 0,30-30-1 0,10-9 0 0,20-30 0 0,-10-21 1 0,9-20 0 0,11-27-1 0,9-22-1 0,-19-1 0 0,0-7 0 0,-20 18-1 0,-1 9 2 0,-9 12-1 0,-10 39 1 0,10 19-1 0,-10 1 1 0,20-10-2 0,-1-11 2 0,22-9 1 0,-2-49-1 0,31-1-1 0,-11 0 0 0,-29 20 0 0,-10 10 0 0,-20 30 0 0,10-1 0 0,30-9 1 0,9-11-1 0,1-9 0 0,-20-18 0 0,-11-22-3 0,-19-20-1 0,-9 1 2 0,-21-2 2 0,-10 23 0 0,-10 28-2 0,1 20 0 0,19 39 0 0,10 10 2 0,30-9 1 0,30-20-1 0,29-30 2 0,-9-30-5 0,9 1 3 0,21 8-1 0,-41 32 1 0,-19 18 2 0,-11 11 2 0,-19-21-2 0,0-19 3 0,0-49-3 0,50-31-1 0,10 40-2 0,-20 40 2 0,-11 31 1 0,-19 19 2 0,0-32-3 0,-10-7-20 0,-20-22-89 0</inkml:trace>
  <inkml:trace contextRef="#ctx0" brushRef="#br0">13741 6339 80 0,'0'0'0'0,"-58"-29"2"0,58 29-58 0</inkml:trace>
  <inkml:trace contextRef="#ctx0" brushRef="#br0">12551 6548 100 0,'-30'-20'13'0,"50"20"-12"0,89-29 1 0,100-11-11 0,-90 30-71 0</inkml:trace>
  <inkml:trace contextRef="#ctx0" brushRef="#br0">14922 6380 75 0,'10'-60'5'0,"11"20"-3"0,9-9-1 0,-30 9 4 0,-21 10 5 0,-28 10-5 0,9 9 1 0,-20 22 1 0,11 39 0 0,9 49-2 0,20 60 1 0,20-1-4 0,30-8-1 0,10-41 1 0,-30-20-2 0,-20-29 2 0,-40-31-8 0,0-19-42 0,31-31-25 0</inkml:trace>
  <inkml:trace contextRef="#ctx0" brushRef="#br0">14446 6846 119 0,'-11'-20'5'0,"11"-30"5"0,101 10-9 0,67-30-4 0,31 40-47 0,-149 22-10 0</inkml:trace>
  <inkml:trace contextRef="#ctx0" brushRef="#br0">15438 6330 105 0,'0'0'0'0,"0"-40"11"0,20 80-14 0,-10 19 8 0,-30 1 9 0,1-50-3 0,28-20-5 0,31-70-3 0,20 10-3 0,-21 61-1 0,-9 49-1 0,0 10-41 0,-21-32-42 0</inkml:trace>
  <inkml:trace contextRef="#ctx0" brushRef="#br0">16073 6280 150 0,'-19'-11'3'0,"-21"41"-16"0,50-9-99 0</inkml:trace>
  <inkml:trace contextRef="#ctx0" brushRef="#br0">13573 7440 66 0,'-20'-19'5'0,"10"9"-3"0,10-1 14 0,0 11 8 0,10 0-4 0,20 11-16 0,20-1-1 0,28 9-1 0,-8 11 0 0,0 21 1 0,9 8-2 0,11 11 0 0,9 18 0 0,0 2 0 0,-10 9 1 0,-9 1-1 0,-11-1-1 0,-9-21 0 0,-31 3 3 0,1-23 3 0,-10-17-2 0,0-2-1 0,0-29 0 0,-10-20 1 0,-20-19-3 0,0 8-19 0,-10 2-75 0,20 19 48 0</inkml:trace>
  <inkml:trace contextRef="#ctx0" brushRef="#br0">14655 8174 13 0,'0'-9'21'0,"0"0"8"0,0-2-8 0,0 2 0 0,0-1-2 0,0 10-10 0,0 0-6 0,0 39 1 0,0 11-2 0,-10 20 0 0,10-21 1 0,-10 1-1 0,0-21 0 0,-10 11 1 0,10-21-1 0,0-8-2 0,10-31-19 0,0-1-26 0,-20 12-30 0</inkml:trace>
  <inkml:trace contextRef="#ctx0" brushRef="#br0">14337 8364 22 0,'0'0'6'0,"0"-10"21"0,20 10 12 0,20 0-21 0,-2 30-10 0,23-1-2 0,-12-9 1 0,1 10-3 0,-10-21-1 0,-20 2-4 0,-20-11-69 0</inkml:trace>
  <inkml:trace contextRef="#ctx0" brushRef="#br0">22920 8285 69 0,'-10'-11'8'0,"-10"11"-3"0,20 0 12 0,0 11 9 0,49-11-12 0,51-20-7 0,19 10-5 0,-39 10 2 0,-41 0-4 0,-19-11-12 0,-20 2-29 0,-31-1-27 0,22 10 45 0</inkml:trace>
  <inkml:trace contextRef="#ctx0" brushRef="#br0">23058 8126 44 0,'0'0'5'0,"-9"-10"11"0,28 39 17 0,1 41-3 0,-20 29-20 0,0-19-9 0,10-21-4 0,10-29-45 0,-10-20-27 0</inkml:trace>
  <inkml:trace contextRef="#ctx0" brushRef="#br0">23574 8126 99 0,'0'0'2'0,"0"-21"7"0,10 32 6 0,-10 47 5 0,-10-17-15 0,0-1-1 0,1 29 0 0,9-29-2 0,9-20-2 0,1-20-50 0,-10-11-40 0</inkml:trace>
  <inkml:trace contextRef="#ctx0" brushRef="#br0">22920 9257 52 0,'0'0'13'0,"-30"0"5"0,20-11 10 0,20 2-9 0,39 9-9 0,31 0-5 0,9 9-3 0,-29 2 0 0,-31-11-5 0,-29-11-33 0,0 2-60 0</inkml:trace>
  <inkml:trace contextRef="#ctx0" brushRef="#br0">23505 9008 40 0,'0'-9'32'0,"0"-21"7"0,10 20-15 0,-10 10-18 0,10 40 3 0,-10 49-5 0,-10-9 0 0,10-21 1 0,10-29-1 0,-10-11-3 0,0-8 2 0,0-11-3 0,0 0-23 0,-10-30-108 0</inkml:trace>
  <inkml:trace contextRef="#ctx0" brushRef="#br0">19159 6736 1 0,'-10'0'5'0,"0"0"12"0,10-9-3 0,-10 9-5 0,10 0-6 0,0 0 17 0,0 0-17 0,10 0 7 0,10 0-9 0,10 0-1 0,10 0 1 0,-1 0-2 0,21 0 3 0,-1 0-1 0,-9 0 1 0,-10 9-1 0,9-9 0 0,1 0-1 0,-1 0 1 0,1 0 0 0,-10-9 1 0,9-1-1 0,-19 10-1 0,0 0 1 0,-20-11 0 0,0 11-2 0,-10-9 2 0,0 9-1 0,10 0 0 0,10 0 1 0,-11 0-2 0,1 0 2 0,-10-10 0 0,0 10 1 0,10-10-1 0,0-10 0 0,-10-1-1 0,10-8 1 0,-10 0 1 0,-10-31 0 0,10 10-2 0,10 1 1 0,0-20-1 0,0-21 1 0,-10-19 0 0,0 29-2 0,0 2 3 0,0-13-2 0,10 13 1 0,0-1-1 0,0-2 1 0,0 13 0 0,-10 7 0 0,10-8-1 0,-10 10 0 0,-10-11 1 0,10 0 0 0,0 32 0 0,0-2-1 0,-10 0 0 0,10 10 1 0,10 10-1 0,-10 1 0 0,0-1 0 0,0 0 1 0,0 0-1 0,0 10 0 0,10-1 0 0,-10-7 0 0,0 7 1 0,-10 11-1 0,10-9 0 0,0 9 0 0,0 0 0 0,0-10 0 0,0 10 0 0,10 0 0 0,1-10 0 0,7 10 0 0,2 0 0 0,29 0 1 0,10-11-1 0,12 11-1 0,18 0 1 0,-19-9 0 0,9 9 0 0,-20 0-1 0,1 0 0 0,-10 0 1 0,-11 0 1 0,11-10-1 0,-10 10-1 0,-21 0 1 0,-10 0 0 0,2 0 1 0,-11-11 0 0,10 11-1 0,0-9 0 0,-10 18 1 0,-31 12-51 0,31-12 7 0</inkml:trace>
  <inkml:trace contextRef="#ctx0" brushRef="#br0">19258 6776 21 0,'-10'-11'7'0,"-9"3"-3"0,19-2 10 0,-10 10-1 0,10-11-1 0,0 2-3 0,10-1-2 0,9 10-2 0,11-11 0 0,30 11-1 0,9 0-2 0,11-9-1 0,-1 9 0 0,-20 0-1 0,1 9 2 0,-10-9-1 0,-1-9 0 0,-9 9-1 0,-10 0 0 0,-30-10 2 0,10 0-1 0,0-1 0 0,-1 11-1 0,1-9 0 0,-10 9 1 0,0-10-1 0,0 10 1 0,10 0-1 0,0-11 1 0,-10 3-1 0,10-13 0 0,-10 12 1 0,10-11-1 0,-10-10 0 0,0 19 0 0,10-8 0 0,-10-20 1 0,10 19 0 0,0-20-1 0,10 10 0 0,-20-9 0 0,0-1 0 0,-10-1 1 0,10 3-1 0,0-2 1 0,0 0-1 0,0-10-1 0,0 11 1 0,-10-1 1 0,10 11-1 0,0-11 0 0,10-11 1 0,-10 3-1 0,0 8 0 0,0 0 1 0,10 0-1 0,-10 1 1 0,0-11-1 0,0 1 0 0,0-1 0 0,10 10 1 0,1 0-1 0,-3 10 1 0,-8-19-2 0,0 10 2 0,10-1-1 0,0-1 0 0,0 12 0 0,-10 0 1 0,0-1-1 0,0 0 0 0,0 9 2 0,0-8-3 0,0-1 2 0,10 21-1 0,-10-1 0 0,0 0 0 0,0-10 1 0,0 10-1 0,11-1 0 0,-11 2 0 0,0 9-1 0,9-9 1 0,-9-2 2 0,0 2-2 0,0 9 0 0,10 0 0 0,10 0-2 0,9 0 3 0,1-10 0 0,30 10-1 0,9-10-1 0,21 10 1 0,-1 0 0 0,0 0-1 0,-19 10 1 0,-41-10 0 0,-9-10-1 0,1 10 2 0,-12 0-2 0,10-11 3 0,-19 11-3 0,11 0 1 0,-1 11-2 0,-20 29-95 0</inkml:trace>
  <inkml:trace contextRef="#ctx0" brushRef="#br0">18782 8791 27 0,'0'0'0'0,"-10"-11"23"0,10 2-9 0,10 9 5 0,-10 0-9 0,11 29-2 0,-11-9-4 0,0-1-2 0,0 2 0 0,9-11-3 0,-9-10 2 0,0 9 0 0,0-9 0 0,10 0 0 0,-10 0 0 0,20-9 1 0,-10-1-2 0,9 10 0 0,21 0 0 0,-10-10 0 0,10-1 1 0,19 11-1 0,11 0 0 0,-11 0 0 0,-9 0 0 0,19 11-1 0,11-11 1 0,9 0 0 0,0 0 0 0,-9 0 1 0,-1 0-1 0,-10 0-1 0,11 0 1 0,19 0 0 0,99 0 0 0,-118 0 0 0,-11 10 0 0,-29-10 0 0,19-10 0 0,1 10 0 0,0 0 0 0,-21-11 0 0,1 11 0 0,0-9-1 0,-11-1 3 0,1 10-1 0,-10 0 0 0,10-11-3 0,-1 11 2 0,1 0 0 0,10 0-1 0,-30-9 2 0,-10 9 1 0,0-20-2 0,0 1 0 0,0-11 2 0,10 9-2 0,-10 12 0 0,-10 18 0 0,10 12 1 0,0-12-1 0,0 2 0 0,0-11 1 0,-10 0-2 0,10 0-22 0,10 0-48 0,-10-11 47 0</inkml:trace>
  <inkml:trace contextRef="#ctx0" brushRef="#br0">21263 4683 23 0,'0'0'0'0,"-10"-10"10"0,10 10 3 0,-10 10 12 0,0 9-16 0,-10-19-2 0,10 21-5 0,0-13 0 0,10 3 0 0,-10-11 1 0,10-11 3 0,10-7-5 0,10 7-2 0,0-8 1 0,0-2 1 0,1-9-1 0,-13 11 1 0,2 0-1 0,0 9 0 0,0 0 0 0,0-1 1 0,1 11 0 0,-11 0 0 0,0 0-1 0,0 0 0 0,9 21 0 0,-9 18 0 0,0 0 0 0,0 22 0 0,-9-12 0 0,9 10 1 0,-11-19 0 0,11-11-1 0,0 1 1 0,0 10-1 0,-10-11 1 0,10-8-1 0,0 9 0 0,0-11 0 0,10-8 1 0,-10-1 0 0,0-10-2 0,-10 9 1 0,10-9 1 0,0 0 1 0,-20 0-2 0,10 0 1 0,-19 0-1 0,-1 0 0 0,0 0 3 0,0 0-1 0,11 0-2 0,9 0 0 0,10 0 1 0,0 0 0 0,19 0-1 0,11 0 0 0,10 0-2 0,0 0 2 0,-1 0 0 0,-8 0 0 0,-3 0 0 0,-7-9 0 0,-2 9-1 0,0 0 2 0,-8 0-1 0,-11 0 5 0,0-10-3 0,0 10-1 0,-20 0-36 0,-9 10-52 0</inkml:trace>
  <inkml:trace contextRef="#ctx0" brushRef="#br0">18723 6826 20 0,'0'-21'19'0,"-10"12"1"0,10-11-14 0,0 9 6 0,0 11 1 0,-10 0-3 0,-30 0-4 0,0 21-4 0,21 9-1 0,-1 0 1 0,0 10-1 0,0 8 1 0,20-8-1 0,0 1 0 0,40-2 0 0,-11-20 0 0,11 2 1 0,0-31-1 0,1-1 0 0,7 2 0 0,-9-11-1 0,-8-9 1 0,-12-1-1 0,-10 10 2 0,2-11-2 0,-11 12 0 0,0-10 0 0,0 9 2 0,-11-11-2 0,-8-8 1 0,10 8 1 0,-31-7-1 0,21 17 0 0,-12 12 0 0,-8 9-1 0,-1 9 0 0,10 12-13 0,0 17-92 0</inkml:trace>
  <inkml:trace contextRef="#ctx0" brushRef="#br0">18245 6558 38 0,'0'-30'2'0,"11"-30"-1"0,29 11-1 0,-20 10 19 0,-20 39 3 0,-30 79-6 0,-39 109-6 0,-21 80-6 0,41-20 0 0,29-59 0 0,20-71-2 0,-10-49 1 0,0-48 0 0,10-51-21 0,-10-39-83 0</inkml:trace>
  <inkml:trace contextRef="#ctx0" brushRef="#br0">17175 7064 28 0,'0'0'13'0,"-20"-20"14"0,10 9-3 0,10 2-8 0,10 0-11 0,40-2-3 0,9 2 0 0,1-1 0 0,-11-1 0 0,-39 2 1 0,-10 9-2 0,20 0-2 0,0 0-18 0,10 0-31 0,-11 0-1 0</inkml:trace>
  <inkml:trace contextRef="#ctx0" brushRef="#br0">17661 6886 42 0,'0'0'12'0,"-10"-30"7"0,10 20-5 0,0 10-4 0,0 29-3 0,-10 30 1 0,0 11-3 0,20-10-2 0,0-10-1 0,0-30-1 0,-10-1 2 0,0-19-1 0,0-10 1 0,0-9-2 0,20-21-11 0,0 10-47 0,-20 30 2 0</inkml:trace>
  <inkml:trace contextRef="#ctx0" brushRef="#br0">20796 3491 36 0,'-11'-9'6'0,"11"9"-5"0,-9 0 2 0,-1-10 9 0,10-1-7 0,10 11-4 0,-1 0 0 0,2 0 0 0,-11 0 15 0,0 0-15 0,10-8 0 0,-10 8 0 0,0 0 3 0,0 0 1 0,0-10-2 0,-10-1 0 0,-1 11-1 0,11 0 0 0,-9 0-1 0,-1 0 1 0,1 0 0 0,-1 0 1 0,0 0-2 0,-1 11-1 0,2-1 1 0,-10-2-1 0,-2 3 0 0,1 8 0 0,10-8 0 0,10-1 0 0,-8 9 1 0,-3-8-2 0,1 8 3 0,10-19-2 0,0 0 1 0,0 11-2 0,0-11 2 0,0 10-2 0,0-10 2 0,0 8-1 0,0-8 0 0,0 11 0 0,0-11 0 0,0 0 1 0,0 10-1 0,10 0-1 0,-10-1 0 0,11 2 1 0,-11-1 0 0,8-1 0 0,2-9 1 0,0 11-1 0,0-11-1 0,0 0 1 0,1 10 0 0,-2-10 1 0,10 0-1 0,-8 10-2 0,9-10 2 0,-1 9 0 0,-10-9 0 0,12 0 0 0,-11 0 0 0,10 0 0 0,0 11 0 0,0-2 0 0,-1 0 0 0,-9 12 0 0,0-1 0 0,-10 0 0 0,10 0 0 0,-10-1 0 0,0 10 0 0,0-8 0 0,-10-2 0 0,-10 2 1 0,1-12 0 0,-1 2-1 0,0-1 1 0,0-10 0 0,0 0 0 0,0-10-1 0,1-10 1 0,-1 20 1 0,9 0-1 0,2-10-1 0,9 10 1 0,-10 0 0 0,10 0-1 0,0 10 0 0,-9-10 1 0,9 0-1 0,0 0-12 0,-21 0-36 0,11-10-13 0</inkml:trace>
  <inkml:trace contextRef="#ctx0" brushRef="#br0">21134 3522 8 0,'0'-10'4'0,"0"-41"6"0,0-7 4 0,0 17 4 0,10 22-7 0,-1 0-4 0,1-12 2 0,0 12-3 0,0 19-2 0,-10 0 0 0,0 19 2 0,0 21-3 0,-10 30 0 0,10 29-1 0,-10 0-1 0,10-19 1 0,0-21 0 0,0-9-1 0,10-20-1 0,10-10 1 0,20-20-4 0,1-20-11 0,-13-10-14 0,3 10-28 0,-31 9 42 0</inkml:trace>
  <inkml:trace contextRef="#ctx0" brushRef="#br0">20985 3582 37 0,'0'0'11'0,"0"-30"-6"0,69 0-5 0,21-1-24 0,-51 31 0 0</inkml:trace>
  <inkml:trace contextRef="#ctx0" brushRef="#br0">21352 3700 36 0,'-10'0'14'0,"-20"0"-13"0,51 0 5 0,7-19 2 0,42-2-5 0,0-18-1 0,-41 8-1 0,-19 2 1 0,-10-1 5 0,-29 21 4 0,-11-1-2 0,-11 29-4 0,13 32-2 0,8 8-2 0,60 50-1 0,39-79 1 0,20-30-1 0,11-10-2 0,-11-31 0 0,-39-7 1 0,-21 8 2 0,-9-11 1 0,-10 22 4 0,-10 29 0 0,0 29-3 0,0 72 0 0,0-2-1 0,10 0 0 0,0-29-2 0,-10-32 1 0,10-27 2 0,-10-31-1 0,0-40 0 0,0-19-1 0,-20-11-1 0,10-18-1 0,10-1-1 0,50 58-1 0,9 51 0 0,-19 70 3 0,-31-1 1 0,-28-18 2 0,-41-21-1 0,1-30-8 0,19-30-46 0,30 0-17 0</inkml:trace>
  <inkml:trace contextRef="#ctx0" brushRef="#br0">22800 3185 37 0,'0'-61'7'0,"0"13"-4"0,-9-3 30 0,-11 21-11 0,0 21-10 0,0 18-3 0,-30 32-7 0,11 38 2 0,19 29-3 0,29 31-1 0,22 1 1 0,-22-21 2 0,-9-20 0 0,-29-39 0 0,-21-41 2 0,10 2-7 0,1-51-39 0,9-20-50 0</inkml:trace>
  <inkml:trace contextRef="#ctx0" brushRef="#br0">22344 3423 61 0,'0'-10'11'0,"0"-20"-3"0,79 0-6 0,11 10-13 0,-21 1-57 0</inkml:trace>
  <inkml:trace contextRef="#ctx0" brushRef="#br0">22920 3085 43 0,'9'0'6'0,"1"30"19"0,0 40 0 0,-10-11-10 0,0-40-7 0,10-38-1 0,10-50-8 0,30-1-3 0,-21 59 5 0,-9 32 1 0,-10 19-24 0,10-31-59 0</inkml:trace>
  <inkml:trace contextRef="#ctx0" brushRef="#br0">23406 3056 101 0,'10'0'36'0,"-10"0"-28"0,10 9-80 0,9-9 21 0</inkml:trace>
  <inkml:trace contextRef="#ctx0" brushRef="#br0">17780 11003 45 0,'20'-30'44'0,"0"-9"-10"0,-20 9-14 0,-10 9-8 0,-20 12-6 0,-20-1-3 0,1 20-2 0,-1 10 1 0,10 20-2 0,21 8-1 0,19 3 1 0,38 8 0 0,33 0-1 0,-22 11 0 0,-39-11 1 0,-30-28 4 0,-19-22 5 0,-11-18-5 0,1-11-2 0,39 0-2 0,0 10-39 0,39 10-85 0</inkml:trace>
  <inkml:trace contextRef="#ctx0" brushRef="#br0">17978 10993 77 0,'0'-20'9'0,"10"20"32"0,-20 9-15 0,1 61-17 0,-1-11-5 0,29-8-2 0,11-21-1 0,-10-20-12 0,10-20-113 0</inkml:trace>
  <inkml:trace contextRef="#ctx0" brushRef="#br0">18088 10735 83 0,'0'-10'16'0,"-10"-19"3"0,10 18-22 0,0 40-85 0</inkml:trace>
  <inkml:trace contextRef="#ctx0" brushRef="#br0">18355 11081 49 0,'10'-8'24'0,"20"-22"7"0,-10-1-17 0,-10-8-6 0,-10 0 1 0,-10 9-1 0,-20 9-2 0,0 12-1 0,1 9-2 0,-11 39-1 0,-1 1-1 0,3 0 0 0,17 19-1 0,21-19 0 0,11-21 0 0,18-28 1 0,11-20-1 0,0-1 0 0,0-1 1 0,-21 1-1 0,-9 21 1 0,-10 18 2 0,0 52 0 0,0 38-1 0,0 20 0 0,-10-10-2 0,0-30 3 0,-9-39 3 0,-1-20 1 0,-10-51-2 0,10-17-3 0,20-12 1 0,20 1-3 0,40-31-1 0,19-9-40 0,-39 58-83 0</inkml:trace>
  <inkml:trace contextRef="#ctx0" brushRef="#br0">18613 10843 44 0,'0'-9'25'0,"20"-41"11"0,-10 31 0 0,-10 19-21 0,-20 69-2 0,10 41-7 0,1-2-2 0,9-49 1 0,0-38-1 0,19-51 2 0,21-9-6 0,-30 28 1 0,20 51-1 0,9 19 0 0,-9-18-7 0,0-31-59 0,-11-20-27 0</inkml:trace>
  <inkml:trace contextRef="#ctx0" brushRef="#br0">19229 10567 109 0,'0'0'0'0,"-40"29"42"0,-39 89-18 0,19 72-15 0,50 8-8 0,50-39-1 0,49-50 0 0,-10-60-6 0,-29-38-37 0,-30-22-62 0</inkml:trace>
  <inkml:trace contextRef="#ctx0" brushRef="#br0">19456 10744 52 0,'-9'-9'29'0,"-1"-1"10"0,10-1-17 0,30 11-10 0,39 0-6 0,40 0-4 0,-19 0-1 0,-31 0 1 0,-29 0-1 0,-20 0-4 0,10 0-42 0,-20 0-47 0</inkml:trace>
  <inkml:trace contextRef="#ctx0" brushRef="#br0">19487 10735 67 0,'0'0'8'0,"-20"-10"35"0,20 10-17 0,-11 10-15 0,2 30-5 0,18-1-3 0,31 1-1 0,30-11 0 0,-11 12-2 0,-29-2 1 0,-20-9 2 0,-10 10 2 0,-20 8-1 0,-39 13-1 0,-1-1 0 0,49-21 0 0,22-9-2 0,59-30 1 0,19 0-1 0,-29-10-1 0,-41-1 1 0,1 2-3 0,20-11-55 0,-20 9-50 0</inkml:trace>
  <inkml:trace contextRef="#ctx0" brushRef="#br0">20082 10615 78 0,'0'-29'24'0,"0"18"14"0,9 42-22 0,12 118-6 0,8 89-5 0,-29 0-3 0,-29-99 4 0,-20-60 4 0,8-50-5 0,41-18-6 0,10-31-127 0,-10 20 81 0</inkml:trace>
  <inkml:trace contextRef="#ctx0" brushRef="#br0">18484 10924 41 0,'0'0'15'0,"0"-20"26"0,10-1-8 0,20 12-12 0,0 29-9 0,-20 30-6 0,10 18 0 0,-20 12-1 0,0-10 2 0,0-22-5 0,0-8 3 0,0-40-2 0,0-19 1 0,10-31-3 0,-10-9 1 0,29 10-2 0,1-12 2 0,20 12-2 0,-11 10 0 0,-9 28 0 0,-20 11 1 0,10 50-2 0,-20 30 2 0,19-12 0 0,21-7 0 0,0-23 0 0,-10-27 3 0,0-30-2 0,-10-21-2 0,29 0-104 0,-39 40 37 0</inkml:trace>
  <inkml:trace contextRef="#ctx0" brushRef="#br0">20766 11043 51 0,'0'0'7'0,"-40"9"31"0,21-9-7 0,19 11-15 0,19-22-9 0,21-18-4 0,20-12 1 0,19-7-1 0,21-12-1 0,-1 11-2 0,-10-1 1 0,-29 10 1 0,-31 19 1 0,-29 3 2 0,-8-2-3 0,-23 10 0 0,-19 0-1 0,10 10 0 0,31 10-1 0,28-10 0 0,61 19-2 0,-21 21 0 0,-39 0 1 0,-60-21 8 0,1 2-5 0,29-12-15 0,40 2-128 0</inkml:trace>
  <inkml:trace contextRef="#ctx0" brushRef="#br0">21560 10606 83 0,'0'0'12'0,"-10"-20"26"0,40 9-18 0,40 3-15 0,-1-2-3 0,-19 10-2 0,-11-11-14 0,-19 2-90 0,-20 9 73 0</inkml:trace>
  <inkml:trace contextRef="#ctx0" brushRef="#br0">21749 10446 65 0,'-10'0'19'0,"-10"11"24"0,20 39-24 0,0 29-16 0,10-9-10 0,0-30-51 0,0-31-10 0</inkml:trace>
  <inkml:trace contextRef="#ctx0" brushRef="#br0">21977 10476 84 0,'0'0'0'0,"0"31"57"0,0 37-44 0,-9 2-11 0,9-1-19 0,-11-8-113 0</inkml:trace>
  <inkml:trace contextRef="#ctx0" brushRef="#br0">20915 11509 86 0,'-20'-10'26'0,"30"10"4"0,40 0-20 0,29 30-7 0,11-11-2 0,-1 2-2 0,-39-11 1 0,-21-20 2 0,-29-20 1 0,0 9-2 0,-10 12 0 0,10 48-1 0,20 11 0 0,-10-10-1 0,-40-10 3 0,-19-20-21 0,39-10-104 0</inkml:trace>
  <inkml:trace contextRef="#ctx0" brushRef="#br0">21580 11647 93 0,'0'-19'38'0,"20"8"-11"0,20 11-20 0,19 0-5 0,1 0-4 0,-21 0-53 0,-19 0-43 0</inkml:trace>
  <inkml:trace contextRef="#ctx0" brushRef="#br0">21927 11539 41 0,'-18'20'39'0,"7"49"-11"0,-9-10-18 0,10 11-12 0,-30-11-107 0</inkml:trace>
  <inkml:trace contextRef="#ctx0" brushRef="#br0">15964 8701 61 0,'-10'0'22'0,"-19"-10"-7"0,29 10-6 0,0 0 5 0,49 0-1 0,41 0-8 0,-21 0-3 0,-59 10 0 0,-40-10 0 0,-29 9-1 0,-21-9 1 0,11 0-1 0,29 0 0 0,40-9 3 0,40 9-4 0,39-20 1 0,10 20 0 0,-19 0-1 0,-60 0 1 0,-30 0-1 0,10 0 0 0,-59 10 0 0,-1 0 1 0,11-1-1 0,29-9 0 0,30 0 0 0,59 0 2 0,31-9-3 0,-21 9 1 0,-39 0 0 0,-40 0 1 0,-30 9-1 0,-9 2-1 0,19-11 1 0,10-11 1 0,20 11-1 0,0-9-1 0,10-1 2 0,0 10-1 0,-10 0 0 0,0 0-1 0,10 10 1 0,-10-10 1 0,0 0-2 0,0 0 2 0,0 0-2 0,0 0 2 0,0 0-1 0,0 0 0 0,0 9-1 0,0-9 2 0,0 0-1 0,0 0 0 0,0 0 0 0,0 0 0 0,0 0-14 0,0 0-115 0</inkml:trace>
  <inkml:trace contextRef="#ctx0" brushRef="#br0">15885 9803 19 0,'0'0'3'0,"-10"0"16"0,10 0 5 0,0 0-13 0,0 0 4 0,0 0-12 0,20 0 1 0,10-10-1 0,-20 10-1 0,-10 0 3 0,0 0-3 0,-20-11-2 0,-10 11 1 0,-10 11-1 0,10-1 0 0,11-10 2 0,9 0-2 0,20 8-1 0,19-8 2 0,1 0 0 0,-10-8 1 0,-20 8 0 0,0 0-1 0,-10 0-2 0,0 0 2 0,10 0-1 0,10 0 0 0,-10 0 1 0,0 0-1 0,0 0 1 0,0 0-1 0,0-10-9 0,10 10-13 0,-10 0-7 0,0 0-22 0</inkml:trace>
  <inkml:trace contextRef="#ctx0" brushRef="#br0">12492 12351 35 0,'-10'-29'15'0,"20"-11"26"0,-10 21-15 0,0 8-13 0,10 32-5 0,-10 57-3 0,0 13 2 0,0-2-4 0,-10-1 0 0,-10-27 1 0,10-31-2 0,0-21 1 0,10-18 2 0,10-31-3 0,10 0-1 0,0-9 0 0,19 9 0 0,-19 0-1 0,10 19 1 0,0 21-2 0,-11 31 1 0,11 29-1 0,0 9 0 0,-20-20 0 0,10-8 1 0,-10-23 0 0,0-7 0 0,-10-11 1 0,10-11-1 0,-10-7-79 0,0 18 19 0</inkml:trace>
  <inkml:trace contextRef="#ctx0" brushRef="#br0">13424 12273 62 0,'0'-10'21'0,"0"-10"16"0,0 10-23 0,10 10-9 0,10 19-3 0,20 11 0 0,-10 10-2 0,9 0 2 0,-9 0 0 0,10 0-2 0,-1-20 2 0,-19-10-2 0,-10-2 5 0,-10-8 0 0,0 11 1 0,-19 9-3 0,-2 10 1 0,-17 19-1 0,-3 1 2 0,-9-10-2 0,21-10 1 0,-1-1-3 0,20-29 3 0,-10 0-5 0,10 0-13 0,10 20-54 0,0-10-22 0</inkml:trace>
  <inkml:trace contextRef="#ctx0" brushRef="#br0">13871 12649 47 0,'0'-9'8'0,"20"-1"34"0,-20 10-17 0,-10 10-9 0,-30 30-4 0,-1 10-3 0,3-21-1 0,-2-9-4 0,10 0-3 0,21-10-1 0,9-1-16 0,9-28-120 0</inkml:trace>
  <inkml:trace contextRef="#ctx0" brushRef="#br0">14218 12480 65 0,'0'-29'31'0,"0"20"11"0,0 18-35 0,0 20-4 0,0 22-2 0,10-1 1 0,21-12-1 0,-3-17 0 0,12-12 1 0,20-28 0 0,-12-21 0 0,3-9-1 0,-41 19 1 0,-10-1 4 0,0-7 0 0,-20-2-3 0,0 10 0 0,-1 20-1 0,-7-1-1 0,-22 3 2 0,11 8-2 0,-1 8 0 0,10 13-1 0,10 9 0 0,0-20 0 0,0 10-12 0,10 10-100 0,0-30 65 0</inkml:trace>
  <inkml:trace contextRef="#ctx0" brushRef="#br0">16996 12293 51 0,'0'0'16'0,"-10"0"18"0,-10 29-3 0,1 0-17 0,9-18-8 0,0-1-2 0,10-10 3 0,0-10-4 0,0-9-1 0,20-2 0 0,-1-8-3 0,11-12 3 0,-10 12-1 0,0-11 2 0,-10 21 2 0,-10 8-1 0,0 11-4 0,0 0 1 0,0 30-1 0,0 30-2 0,0 0 3 0,10 9 0 0,-10-9-2 0,0-1 0 0,0-19 0 0,0 0 1 0,0-10 0 0,0-21 0 0,0-9 2 0,0 0 1 0,0-9-2 0,0 9-1 0,-10 0 0 0,-10 9 0 0,0 0 0 0,0-9 0 0,9 0 0 0,-8 0 0 0,0 0 0 0,9 0 0 0,-1 0 0 0,11 0 0 0,0 0 0 0,0 0 0 0,0 0 1 0,11 0-1 0,9 0 0 0,-1 0 0 0,11 0 0 0,-10 0 0 0,0 0 0 0,-10 0 0 0,10 0 0 0,-10 0 0 0,9 0 0 0,-9 0 1 0,0-9 0 0,0 9 0 0,-10 0 1 0,0 0-1 0,10 0 0 0,10 0-1 0,-10 0 0 0,-10 0 1 0,0-9 0 0,0 9 0 0,0 0-1 0,0-11-24 0,0 22-131 0</inkml:trace>
  <inkml:trace contextRef="#ctx0" brushRef="#br0">12670 13126 41 0,'0'-19'14'0,"0"-2"28"0,-10 42-21 0,10 57-8 0,0 12-6 0,0-20-2 0,0-21 0 0,-10-29 0 0,0-11-1 0,10-9-2 0,0-19 0 0,10-20 0 0,30-21 1 0,0 20-2 0,-10 20 0 0,-1 40-2 0,-19 20 0 0,10 38-2 0,-10-27 3 0,0-32 1 0,-10 2 2 0,0-21-3 0,10 0-48 0,0-10-45 0</inkml:trace>
  <inkml:trace contextRef="#ctx0" brushRef="#br0">13821 12986 56 0,'0'0'7'0,"0"-38"20"0,10 28 0 0,-10 29-10 0,0 40-3 0,-40 11-1 0,-10-10-6 0,1-21-5 0,0 1-2 0,30-11 1 0,8 1-3 0,11-19 3 0,11 9 2 0,17-11-3 0,52 12-1 0,-21 8 2 0,-19-9-2 0,-10 0 2 0,-20 0-2 0,10-10-13 0,-10-1-117 0</inkml:trace>
  <inkml:trace contextRef="#ctx0" brushRef="#br0">14287 13216 94 0,'0'0'0'0,"-9"-31"34"0,9 31-3 0,-10 0-25 0,10 40-5 0,0 10 0 0,10 10-2 0,19-21 1 0,1-30 0 0,20 2 1 0,-11-22 2 0,-9-27-1 0,-10-2 0 0,0-11 0 0,-20 22 0 0,-10 0-1 0,-20-12 2 0,0 12-2 0,-9 18 2 0,0 11 0 0,-2 11-2 0,2 9-3 0,-1 40-61 0,30-41-33 0</inkml:trace>
  <inkml:trace contextRef="#ctx0" brushRef="#br0">16975 13146 31 0,'11'-39'25'0,"9"29"19"0,-20-1-18 0,-10 22-14 0,-39 38 6 0,39-19-14 0,0 10 0 0,-1-2-2 0,11 3 0 0,11-12-2 0,9-8 0 0,8-1 0 0,3-11 3 0,-11-18-2 0,10-21 1 0,-1 0 0 0,1 0 0 0,-10 9 0 0,-10 3-1 0,0-12 0 0,0 9-1 0,-10 2 2 0,0-1 1 0,0 10 1 0,-20-19-1 0,0 19-1 0,0-10-2 0,0 20 3 0,-9 0-3 0,9 0 0 0,-10-10-3 0,-10 40-70 0,30-20-26 0</inkml:trace>
  <inkml:trace contextRef="#ctx0" brushRef="#br0">14149 9613 54 0,'-40'-19'13'0,"0"9"18"0,40-1-11 0,50 11-15 0,49-9-1 0,50 9-2 0,-30 0 0 0,-69 0 1 0,-50 0 13 0,-80 0-12 0,-39 9-2 0,0 2 0 0,50-1-1 0,59 0 0 0,30-10 0 0,49 0 0 0,10-10-1 0,11-11 0 0,-61 12 2 0,-29 0-1 0,-59 9 0 0,-49 9 0 0,-2 11 0 0,50 0-1 0,50-11 0 0,30-9 0 0,49 0 1 0,11-19-1 0,9 9 0 0,-50 10 0 0,-28 0 1 0,-50 0-1 0,-50 10 0 0,-41 0 0 0,21-1 1 0,69 2-1 0,40-11 0 0,69 0 0 0,50-11 0 0,-9 2 0 0,-40 9 0 0,-51 0 1 0,-29-10-1 0,-50 10 0 0,-39 0-1 0,-10 10 2 0,40-1-1 0,59 2 0 0,30-11 0 0,69-11-1 0,0 11 2 0,0-9-1 0,-29 9 0 0,-60 0 0 0,-30 0 0 0,-59 9 0 0,-20-9-1 0,29 11 3 0,41-11-3 0,29 0 2 0,40 0-2 0,59 0 2 0,10-11-2 0,-20 2 2 0,-28 9-1 0,-32 0 0 0,-19-10 0 0,-49 10 1 0,-31 0-1 0,-9 10-1 0,9-10 2 0,41 9-2 0,29-9 1 0,49 0 0 0,41 0 0 0,19-9 0 0,-10 9 1 0,-29-10-2 0,-40 10 1 0,-30 0 0 0,-39 0 1 0,-51 0 0 0,11 10-1 0,29-1-1 0,40-9 1 0,20 0 0 0,40 0 0 0,29 0 0 0,21-19 0 0,-20 19 0 0,-21-10 0 0,-30 10 0 0,-19 0 1 0,-19 0-1 0,-30 0 0 0,8 0 0 0,12 10 0 0,-11-10 0 0,20 10 0 0,0-10 0 0,20 0 0 0,0 0 0 0,0 0 0 0,10 0 0 0,10 0 0 0,0 0 0 0,10 0 0 0,-21 0 0 0,-9 0 0 0,0 0 0 0,0 0 0 0,0 0 0 0,-28 0 0 0,-23 0 0 0,11 0 0 0,21 0 0 0,-1 9 0 0,20-9 0 0,20 0 0 0,29 0 0 0,12 0 0 0,-2 0 0 0,-20-9 0 0,-29 9 0 0,-10 0 0 0,-49 0 0 0,-21 0 0 0,0 0 0 0,31 0 0 0,29 0 0 0,20 9 0 0,29-9 0 0,21 0 1 0,-11 0-1 0,1-9-1 0,-39 9 1 0,-11 0 0 0,0 0 0 0,0-10 0 0,0 20 0 0,0-10 0 0,-11 0 0 0,11 0 0 0,0 0 1 0,0 0-2 0,0 0 2 0,0 0-2 0,0 0 3 0,0 0-4 0,0 0 2 0,-10 0 2 0,10 0-2 0,0 0-1 0,0 0 0 0,0 0 2 0,0 9-1 0,0-9 0 0,0 0 0 0,0 0 0 0,0 0 0 0,0 11-1 0,0-11 2 0,0 0-1 0,0 0-1 0,-9 0 2 0,9 0-2 0,0 0 1 0,0 0 1 0,0 0-2 0,0 0 2 0,0 0-2 0,-11 10 1 0,11-10 0 0,0 0 0 0,0 0 0 0,0 0 0 0,0 0 0 0,0 0 0 0,0 0 0 0,-10 0 1 0,10 0-1 0,0 0 0 0,0 0-1 0,0 0 1 0,0 0 1 0,0 0-1 0,0 0 0 0,0-10 0 0,0 10 0 0,0 0-1 0,0 0 1 0,10 0-1 0,-10 0 2 0,0 0-2 0,0 0 1 0,0-11 1 0,0 11-1 0,0 0 0 0,0 0 0 0,-10 11-131 0</inkml:trace>
  <inkml:trace contextRef="#ctx0" brushRef="#br0">20409 9019 18 0,'0'0'0'0,"10"-11"15"0,0 2 3 0,-10 18 23 0,-10 22-32 0,-10-2-3 0,-9 10-3 0,-1 12 0 0,-20-12-1 0,-9 10 0 0,9-8-1 0,10-12 0 0,11-9 0 0,8-11 1 0,12-9 2 0,9 11-2 0,20-11 0 0,9 19 0 0,31 21-1 0,-10-11 0 0,-1 1 2 0,-19 10 0 0,-10-19-2 0,-10-12-2 0,-10-9-26 0,-10-9-58 0,10 9 61 0</inkml:trace>
  <inkml:trace contextRef="#ctx0" brushRef="#br0">20707 9217 65 0,'-9'-11'5'0,"-2"2"1"0,22 9 11 0,-32 9 1 0,11 22-12 0,0-1-3 0,10 8-2 0,0 2 1 0,0 1 0 0,20-12-1 0,20 0 0 0,-10-8 0 0,8-21 0 0,3 0 0 0,-11-10 1 0,0-10-1 0,-11 0 0 0,1 1-1 0,0 9 2 0,-10-10-1 0,0-1 0 0,10 2-1 0,-10-2 1 0,-10 3-1 0,0-2 2 0,0-10-2 0,-10 10 2 0,0 0-1 0,-10-1 2 0,0-8-1 0,0 10-1 0,10 9 0 0,-9 10 0 0,-1-11-2 0,0 11 3 0,-10 0 0 0,20 0-1 0,-11 0-2 0,12 11 4 0,-10 9-5 0,-1 0 2 0,0-10 0 0,10-2 2 0,-10-8-3 0,0 11-4 0,0-1-41 0,1-10-54 0</inkml:trace>
  <inkml:trace contextRef="#ctx0" brushRef="#br0">21193 4196 10 0,'-79'-9'9'0,"-1"18"4"0,-9 2 6 0,39 7-4 0,31-7-8 0,58-1-3 0,130-60-1 0,148-39-5 0,100 0 0 0,-40 39 6 0,-99 10 2 0,-120 21 0 0,-78-1 2 0,-40 0-6 0,-50 20-6 0,-60 0-35 0,2 20-18 0</inkml:trace>
  <inkml:trace contextRef="#ctx0" brushRef="#br0">20766 4355 26 0,'-89'9'19'0,"51"-9"-11"0,17 0 15 0,31-9-14 0,39 0-5 0,21-2-2 0,29 2 0 0,70-41 0 0,98-19-4 0,81-12 1 0,18 33-2 0,-48 8 4 0,-99 20 0 0,-90 10 3 0,-70-10 4 0,-39 10-3 0,-10 0-2 0,10 10-2 0,-10 0-1 0,-10 0 0 0,19 0 0 0,-9 0 2 0,0 10-2 0,-10-10 0 0,0 0 2 0,0 0-3 0,0 0 3 0,0 0-2 0,0 0 0 0,0 0 0 0,0 0 0 0,0 10 0 0,0-20 0 0,0 10 0 0,0 0-79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15736 7024 9 0,'0'0'2'0,"0"0"1"0,10-20 17 0,40 1-4 0,19 8-5 0,30 11-5 0,-9 0-2 0,-11 0-2 0,-20 0 4 0,-9-9 3 0,-11-1-5 0,-18 0-3 0,8-1 0 0,-20 11 0 0,-9-9-10 0</inkml:trace>
  <inkml:trace contextRef="#ctx0" brushRef="#br0">16093 6985 4 0,'0'0'12'0,"10"-11"14"0,0 2-3 0,-10-1-15 0,0 20-3 0,0 20 4 0,-10 39-1 0,0 30-1 0,0-20-4 0,10 1 1 0,10-31-1 0,-10-9 2 0,-10-20-2 0,0-20-1 0,1 0-3 0,9 0-50 0,0-10-7 0</inkml:trace>
  <inkml:trace contextRef="#ctx0" brushRef="#br0">16312 7451 9 0,'0'0'1'0,"19"-11"10"0,21-18 2 0,-20 10-7 0,0-11-2 0,10 0-3 0,-11-10 2 0,1 11 1 0,-10-1 0 0,-10 10-1 0,0 0 0 0,-10-1 2 0,0 12 3 0,10-1-6 0,0 10 0 0,-10 0 0 0,10 10-2 0,0 10 1 0,10-10 0 0,20 10-3 0,10 0 2 0,-20 10 0 0,-10 8 1 0,-10-7 0 0,0-11 0 0,0-1 0 0,19-8 0 0,11-11 0 0,10-20-1 0,0-1-4 0,-11 2 1 0,-9-21 2 0,0 11 1 0,11-11 0 0,-1 29 1 0,-22 2-1 0,-8 39 3 0,-8 10-2 0,8-2 0 0,18 2-1 0,2-19 1 0,20-21 0 0,0-30 0 0,-12-10-1 0,3 11 1 0,-11 8-1 0,-10 2 0 0,0 19 0 0,-10 30 0 0,20 9 0 0,9 1 0 0,11-10 0 0,-10-21 1 0,10-9-1 0,19-49 2 0,1-31-2 0,-21-19 0 0,-19 29 0 0,-10 21 0 0,-10 29 0 0,0 40-1 0,-20 29 1 0,10 31 0 0,20-10 0 0,30-1-1 0,11-39 2 0,17-20-1 0,1-50 1 0,-9-39-8 0,-1-20-11 0,-39 9 14 0,-10 40 3 0,-10 10 2 0,-10 31 1 0,0 18 3 0,0 42 1 0,1 48 2 0,9-11-4 0,0-27-2 0,9-23 1 0,-9-38 1 0,30-58-2 0,10 38-2 0,-20 50-1 0,10 29 0 0,-11-9 1 0,-9-20-2 0,-10-21-35 0,-10-18-12 0</inkml:trace>
  <inkml:trace contextRef="#ctx0" brushRef="#br0">17284 7103 56 0,'-20'-9'2'0,"70"-1"-13"0,79-1-32 0</inkml:trace>
  <inkml:trace contextRef="#ctx0" brushRef="#br0">18544 6955 9 0,'0'0'0'0,"-50"0"12"0,11-10 6 0,39-1-4 0,20 2-8 0,39-1-1 0,30-1-2 0,1 11-3 0,-21-9 1 0,-39 0 0 0,-40-11 0 0,-40 0 0 0,-9 9-1 0,19 22-1 0,20 68 4 0,10 20 2 0,20 1-3 0,10-52 0 0,-20-7-1 0,10-31-71 0</inkml:trace>
  <inkml:trace contextRef="#ctx0" brushRef="#br0">19110 7172 7 0,'0'-9'3'0,"-10"-11"3"0,-10-20 1 0,-10 10-3 0,10 21 1 0,-10 9 0 0,1 0 6 0,-11 20-3 0,0 20-3 0,10-1-5 0,11 0 1 0,19-8 0 0,10-11 0 0,18-20 1 0,23-11-1 0,-1-8 1 0,-11-11-2 0,1 9 0 0,-10 12 0 0,-10 18 1 0,-11 12 0 0,11 9 1 0,10-20 0 0,20-1-1 0,9-18-1 0,11-11 2 0,-31-21-2 0,21-58 0 0,-51 21-1 0,-9-2 1 0,0 31 0 0,11 9 0 0,-11 19-1 0,-11 21-1 0,2 30 2 0,-10 50 2 0,8-10-2 0,1-1 1 0,20-29-1 0,10-31 2 0,30-9-3 0,9 31 1 0,-19 28-1 0,-40-19 1 0,-50-31 2 0,-9-18 5 0,10-41-3 0,28 20-2 0,21 30-4 0,21 40 2 0,28-10-1 0,20-11 1 0,1-28 1 0,9-31 0 0,-20-29-1 0,11-22 1 0,-11 3 0 0,-29 9-2 0,-20-1 2 0,-30 41-1 0,-9 19-1 0,9 29 2 0,-20 51-1 0,30 30 1 0,10 19-1 0,20 10-1 0,30-40 1 0,9-19 0 0,12-42 1 0,27-18 0 0,1-38 0 0,-20-2 0 0,-39-10 0 0,-30 1 0 0,-40 39-1 0,-39 40-1 0,19 28 2 0,40 12 0 0,50 0 2 0,49-11-2 0,0-48 1 0,-29-11-1 0,-20-20-1 0,-30 10-85 0</inkml:trace>
  <inkml:trace contextRef="#ctx0" brushRef="#br0">20796 12788 7 0,'-11'0'11'0,"2"-9"8"0,-1 9-8 0,1 0-3 0,9 0 12 0,-10 0-12 0,0 0-1 0,10 0-3 0,0 0-4 0,29 0 1 0,11-10 1 0,10 10-1 0,-1 0 0 0,-9 0 0 0,30 0-3 0,-1 10 1 0,-9-10 0 0,29 0 0 0,-10 0-1 0,-9-10 3 0,-1 0 0 0,10 10-1 0,1 0 0 0,-1 0 0 0,-9 0 2 0,-21 0 0 0,11-11-2 0,-1 11-1 0,1 0 2 0,-1 0-2 0,1 0 2 0,-1-9-1 0,-19 0 1 0,10 9-1 0,-11 0 1 0,1-11-1 0,0 11 0 0,-10 0-1 0,-11 0 1 0,11 11 0 0,-10-11 1 0,10 0-1 0,0 0-1 0,-19 0-28 0,-11 0-42 0</inkml:trace>
  <inkml:trace contextRef="#ctx0" brushRef="#br0">22314 12550 17 0,'0'0'3'0,"-10"-9"14"0,10 9-7 0,0 9-7 0,10 2 1 0,20 9-1 0,0 9-1 0,0-9-1 0,-11-10 0 0,11-1 0 0,0 2-1 0,-20-1 2 0,0-10 1 0,-10 0 1 0,10 0-1 0,-10 10-1 0,-10-1-1 0,10 12 0 0,-20-1-1 0,0 9 0 0,-10 11 0 0,1 0 0 0,-1-1 1 0,0-9-1 0,10 0 2 0,0-11 0 0,1 2 0 0,-1 8 0 0,10-20 0 0,0 2-2 0,10-11 2 0,-10 10-2 0,10-10 1 0,0 0 0 0,0 0 3 0,0 0-4 0,0 0 2 0,0 0 0 0,0 0-1 0,0 0-1 0,0-10 0 0,0 10 0 0,10 0 1 0,-10-11-40 0,0 2-22 0</inkml:trace>
  <inkml:trace contextRef="#ctx0" brushRef="#br0">12144 8652 31 0,'-10'-20'19'0,"-19"10"-7"0,19-1 8 0,10 11-10 0,39 0-4 0,51 11-2 0,29-11-2 0,-21-20 0 0,-47 0 0 0,-51 20 8 0,-79 20-7 0,-31 0-1 0,21-10 1 0,49-10-1 0,60 0 0 0,59-10-3 0,30 10 0 0,-19 10-61 0,-80-10 13 0</inkml:trace>
  <inkml:trace contextRef="#ctx0" brushRef="#br0">16024 8611 94 0,'0'0'0'0,"-60"-9"7"0,40 18-2 0,30-9 14 0,30 0-13 0,39 11-3 0,40-1-1 0,1-10 1 0,-21 0 0 0,-50 0 1 0,-39 0 5 0,-59 0-3 0,-41 0-4 0,-39 0-1 0,20 9 1 0,50-9-1 0,49-9 0 0,69 9 0 0,50 0 0 0,11 0-1 0,-31 0 0 0,-59-10 1 0,-30 10 2 0,-10 0-1 0,-30 0-2 0,-39 0 0 0,30 10-12 0,28-10-107 0</inkml:trace>
  <inkml:trace contextRef="#ctx0" brushRef="#br0">18613 8691 27 0,'-29'-21'18'0,"9"13"-2"0,10 8-3 0,30-10-9 0,39-1 0 0,50 2 0 0,-19-1-2 0,-31 10 0 0,-70 0 2 0,-67 0-3 0,-31 10 0 0,-10-10 1 0,39 9 2 0,61 2-3 0,48-11 0 0,71-20-1 0,9 20 1 0,-50 9-1 0,-49-9 1 0,-30 0 2 0,-59 0-2 0,-10-9 0 0,19 9-1 0,40 0 0 0,30 0 0 0,70 0 0 0,39-10 1 0,-20 10-1 0,-69 0 0 0,-40 10 2 0,-49-1-1 0,-11 2 0 0,21-11-1 0,49 0 0 0,40 0-1 0,19 0 2 0,-9 0-1 0,-40-11 1 0,0 11 0 0,-20 0-1 0,10 0 0 0,10 0-1 0,-20 0-46 0,20 0-12 0</inkml:trace>
  <inkml:trace contextRef="#ctx0" brushRef="#br0">12938 7858 61 0,'0'-10'12'0,"0"-10"7"0,0 20 3 0,-10 20-10 0,0 30-2 0,0-12 0 0,10 13-5 0,10-21 0 0,10-1-2 0,-10-9 1 0,0-11-1 0,10-18 1 0,19-1-2 0,-8-19-4 0,-12 8-21 0,-10 12-47 0,-9-1 14 0</inkml:trace>
  <inkml:trace contextRef="#ctx0" brushRef="#br0">12898 7689 88 0,'-19'-30'14'0,"9"10"-11"0,30 20-3 0,9 0-15 0,-9 0-54 0</inkml:trace>
  <inkml:trace contextRef="#ctx0" brushRef="#br0">13216 7530 109 0,'0'0'6'0,"-20"30"-3"0,0 89 18 0,9 50-6 0,11-20-10 0,21-1-3 0,-1-8-5 0,0-31-52 0,-10-80-26 0</inkml:trace>
  <inkml:trace contextRef="#ctx0" brushRef="#br0">13395 8017 118 0,'0'0'1'0,"0"69"0"0,9 19 11 0,11-18-6 0,-10-29-2 0,-10-32 6 0,-10-68-5 0,0-80 0 0,10 0-5 0,10 109-1 0,20 39-2 0,0 31 2 0,-10 11 0 0,-40-32 5 0,-69 21-24 0,59-30-71 0</inkml:trace>
  <inkml:trace contextRef="#ctx0" brushRef="#br0">16829 8086 78 0,'0'-11'8'0,"-11"-37"26"0,11 27-20 0,19 12-7 0,-19 18 0 0,0 31 0 0,-8 19 1 0,8-19-4 0,0-20-1 0,28 0-1 0,12-20 1 0,-10-11-2 0,-1-7-30 0,-19 7-46 0,-10 2 21 0</inkml:trace>
  <inkml:trace contextRef="#ctx0" brushRef="#br0">16799 7868 89 0,'-31'-31'13'0,"31"22"-9"0,50 9-42 0,-39 0-4 0</inkml:trace>
  <inkml:trace contextRef="#ctx0" brushRef="#br0">17165 7708 134 0,'-10'0'8'0,"-50"41"-6"0,50 78 2 0,1 10 1 0,28 10-3 0,11-1-19 0,-10-18-64 0,-20-91 37 0</inkml:trace>
  <inkml:trace contextRef="#ctx0" brushRef="#br0">17294 8215 61 0,'0'-11'13'0,"30"32"3"0,-1 88 9 0,-19 20-9 0,0-51-5 0,-10-48-2 0,0-49 3 0,-10-70-7 0,-10-80-2 0,30 60-2 0,10 69-2 0,20 40-2 0,0 29 0 0,-29 12 3 0,-52-21 2 0,-108 10-78 0,119-21 17 0</inkml:trace>
  <inkml:trace contextRef="#ctx0" brushRef="#br0">22235 7917 67 0,'0'-19'11'0,"20"9"-9"0,0-1 5 0,-20 2 4 0,-10-1-6 0,10 0-2 0,-10-1 4 0,0 22-5 0,10-11 0 0,0 10 3 0,0 0 6 0,-20 39-6 0,0 21-4 0,20-1 0 0,20-9 0 0,20-31 1 0,-11-9 2 0,-9-40 1 0,0-39-1 0,-30-30-2 0,-10 28-1 0,-19 31-2 0,-1 30 0 0,10 21 0 0,30 9 0 0,40-11 1 0,59-8 0 0,30-41 0 0,-10-21 0 0,-20-18 0 0,-79 1 4 0,-31 7-6 0,-8 42 2 0,0 38-1 0,-11 91 3 0,20 39 0 0,1 10-2 0,18-41 5 0,21-38-45 0,-10-40-60 0</inkml:trace>
  <inkml:trace contextRef="#ctx0" brushRef="#br0">22880 8096 109 0,'-10'-50'11'0,"0"60"-9"0,30 50 16 0,-20 28-2 0,-10-18-7 0,10-41-3 0,0-29-1 0,0-9-2 0,0-50-1 0,-10-11-3 0,10-20 1 0,0-18 1 0,30 18-1 0,19 71 0 0,1 49-2 0,-40 29 1 0,-60 11 2 0,-89-31-9 0,30-20-129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5953 5209 56 0,'0'-11'7'0,"10"11"-1"0,31 11 1 0,-3 18-1 0,-17 0 2 0,-2-18 21 0,21-41-13 0,29-20-11 0,21 1-4 0,19-1-110 0</inkml:trace>
  <inkml:trace contextRef="#ctx0" brushRef="#br0">5894 6231 61 0,'0'0'0'0,"0"20"13"0,29-2-2 0,21-7 4 0,19-60-1 0,11-1-11 0,-21 20-86 0</inkml:trace>
  <inkml:trace contextRef="#ctx0" brushRef="#br0">5913 7193 35 0,'0'0'0'0,"0"20"40"0,20-10-2 0,0-20-2 0,50-50-26 0,68-60-141 0</inkml:trace>
  <inkml:trace contextRef="#ctx0" brushRef="#br0">13672 5128 77 0,'-10'-18'24'0,"0"18"-7"0,20 0-13 0,39 0 6 0,31-11 1 0,10 2-3 0,-11-1-4 0,-39-1 0 0,-40 11-2 0,-20 11 0 0,-50-1-1 0,1-1 1 0,19-9 1 0,31-9 0 0,38 9-1 0,41 0-1 0,19 9-25 0,-49 11-94 0</inkml:trace>
  <inkml:trace contextRef="#ctx0" brushRef="#br0">14962 5128 84 0,'-9'-18'22'0,"-31"7"-9"0,30 2-9 0,20 9 0 0,19 0 7 0,31 0-6 0,19 0-3 0,-29 0 1 0,-30 0-3 0,-40 9 3 0,-30 2-2 0,-29-11 2 0,19 0 1 0,31 0 0 0,19 0-3 0,20 9 0 0,49 0-1 0,20 2 0 0,-9-1 1 0,-40 0 0 0,-30-10 0 0,-20 0-1 0,-10-10-1 0,10 0 2 0,-10-1-1 0,11 2 2 0,9-11-3 0,10 20 0 0,0 0-5 0,10 11-10 0,0-11-29 0,-1 9-26 0</inkml:trace>
  <inkml:trace contextRef="#ctx0" brushRef="#br0">6063 4394 80 0,'0'0'2'0,"0"-30"11"0,0 12 12 0,-11 27-11 0,-37 61 6 0,-13 59-7 0,31 30-7 0,50 19-2 0,40-59-3 0,10-30 1 0,-11-60 0 0,0-18 2 0,11-51-32 0,-11 1-91 0</inkml:trace>
  <inkml:trace contextRef="#ctx0" brushRef="#br0">6251 4643 11 0,'0'0'1'0,"-10"-11"-1"0,20 2 4 0,-10-1 11 0,0 0 10 0,0 10-10 0,0 10-9 0,-10 20 1 0,10 10 0 0,0 0-2 0,0 9-2 0,10-9-2 0,0-10-1 0,-10-20 2 0,10-10 1 0,0-21 0 0,-1-9-2 0,1 1 0 0,-10-12-1 0,20 23 0 0,-10 7 0 0,10 11 0 0,0 29 1 0,-10 12 0 0,20-21-1 0,9 0 0 0,1-20 1 0,-20-20 1 0,-20-30-1 0,0-19 0 0,-20 19 0 0,10 30 0 0,20 11-9 0,10 18-43 0,0 1-6 0</inkml:trace>
  <inkml:trace contextRef="#ctx0" brushRef="#br0">6639 4772 15 0,'-11'0'9'0,"11"0"2"0,0 0 4 0,11 20 1 0,-11-11-9 0,19 21-3 0,0-1-2 0,2-18 3 0,-2-11 1 0,-10 0-2 0,22-19-4 0,-21 9 1 0,0-1 0 0,0-8 2 0,-1 8 1 0,1-18-1 0,-29 18 3 0,-1-8 3 0,0 19-3 0,10-11-4 0,10 11-2 0,-20 0-2 0,1 0 3 0,-21 0 1 0,30 11-2 0,10 8-9 0,10 2-35 0,-1-11-22 0</inkml:trace>
  <inkml:trace contextRef="#ctx0" brushRef="#br0">6866 4346 11 0,'-20'-11'23'0,"20"-8"-2"0,30 9-10 0,10 10-1 0,9 49 2 0,-9 60 0 0,-10 70-4 0,-1 0-4 0,-19-40-3 0,-49-40 5 0,-21-49 1 0,10-32-18 0,41-18-79 0</inkml:trace>
  <inkml:trace contextRef="#ctx0" brushRef="#br0">3502 11708 19 0,'-10'0'5'0,"10"59"16"0,0 100 7 0,20 39-14 0,0 0-8 0,-1-69-1 0,2 21 0 0,-21-62-3 0,0-47-2 0,-10-52-34 0,10-28-27 0</inkml:trace>
  <inkml:trace contextRef="#ctx0" brushRef="#br0">3492 11658 34 0,'0'0'0'0,"-19"-20"7"0,10-1 7 0,9 2 1 0,9 9-9 0,41 1-4 0,29-11-2 0,50-10-1 0,29 10 0 0,41-20 0 0,59 11 0 0,20-1 0 0,9 10 1 0,11 9 4 0,0 2 1 0,-1 9 1 0,21 0-4 0,-1 9 2 0,1 2 1 0,-1 18-1 0,31 1-3 0,9-10-1 0,30 0 0 0,-20 0-1 0,-30 10 2 0,-28-10 0 0,-32 0 0 0,-29-1-2 0,-10 0 1 0,-30 2 0 0,-29-12-2 0,-59 2 3 0,-33-1-1 0,-26 9 1 0,-12-8 1 0,-19-11-1 0,-10 0-1 0,10 18 1 0,-11 43-1 0,-9 47-1 0,-20 61 1 0,0 0-1 0,-29 20-1 0,9-51 1 0,20-18 1 0,30-51 1 0,0-39-26 0,-10-20-46 0</inkml:trace>
  <inkml:trace contextRef="#ctx0" brushRef="#br0">3582 12948 10 0,'0'0'3'0,"0"-10"8"0,10 10 10 0,19-10-10 0,21-1-2 0,10 11-6 0,19 0 3 0,30-9-2 0,50-1-1 0,29-1-1 0,60 2 1 0,31 9-2 0,18 0 2 0,30 0-2 0,31 0 2 0,9 9-5 0,0-9 1 0,0 11-2 0,10-1 1 0,0-1-2 0,-20-9 4 0,-10 11 0 0,-9-11 3 0,-21 0-1 0,-29 0 1 0,-30 0-1 0,-30 10-2 0,-29 0-1 0,-61-1 2 0,-18-9 0 0,-31 0-1 0,-10 0 1 0,-18-9 3 0,-23-1 0 0,22 0-2 0,-10-1-2 0,-1 2 1 0,-39-1-11 0,-40 10-79 0</inkml:trace>
  <inkml:trace contextRef="#ctx0" brushRef="#br0">2173 11845 18 0,'-9'-38'14'0,"-2"8"8"0,11 10-2 0,0 20-8 0,0 59 0 0,11 31-2 0,-11 29-6 0,19-20-1 0,-8-19 1 0,-11-32-1 0,0-27 0 0,0-21 5 0,-11-30-6 0,11-9-1 0,-10-1 0 0,10-11 0 0,21 3-1 0,-2 8 1 0,10 29-2 0,10 32 0 0,2 39 0 0,-12-2 1 0,-19-7 0 0,0-32 0 0,0 1-2 0,10-30-71 0,0 0 15 0</inkml:trace>
  <inkml:trace contextRef="#ctx0" brushRef="#br0">2600 12233 32 0,'-10'-19'16'0,"-20"38"34"0,20 41-40 0,0 19-5 0,30-19 0 0,0-20-4 0,19-21 1 0,1-19 1 0,-10-29-1 0,-10-12 1 0,-10-8-3 0,-10-1 1 0,-20 10 0 0,0 1 0 0,-20 0 0 0,1 9-1 0,9 39 0 0,10 12-1 0,10 8 1 0,20 11 0 0,30-20-1 0,9 0 1 0,-9-20-1 0,-20 0-11 0,0-10-55 0,-20 0 32 0</inkml:trace>
  <inkml:trace contextRef="#ctx0" brushRef="#br0">2818 11647 35 0,'0'-9'3'0,"-20"-12"27"0,10 21-8 0,0 41-5 0,-20 38-6 0,11 40-5 0,9 9-4 0,49-37-1 0,11-32-1 0,9-40-12 0,-19-19-56 0,-31-9 33 0</inkml:trace>
  <inkml:trace contextRef="#ctx0" brushRef="#br0">2888 11866 22 0,'0'-10'16'0,"-11"-19"13"0,11 18-9 0,11 2-12 0,8-1-3 0,11 29-3 0,-10 31 1 0,-10-1 0 0,-20-9 1 0,0-20 0 0,10-20-1 0,0-20-2 0,20-9-1 0,-1-1-2 0,11 0 0 0,-20-9 2 0,0 19 0 0,-10 10 0 0,0-1 4 0,-20 11 0 0,0 21-1 0,20 17-2 0,10 2 0 0,20-10 0 0,10-9-1 0,-1-11-23 0,1-10-70 0</inkml:trace>
  <inkml:trace contextRef="#ctx0" brushRef="#br0">3106 11529 35 0,'0'0'14'0,"0"0"1"0,29 40 6 0,21 59-6 0,-10 70-5 0,-30 8-5 0,-30-67 3 0,-10-51-1 0,10-38-2 0,10-31-13 0,20-31-96 0</inkml:trace>
  <inkml:trace contextRef="#ctx0" brushRef="#br0">6122 12700 14 0,'0'-30'9'0,"10"9"6"0,-10-18-2 0,10 19-2 0,-10 1 1 0,0 9 0 0,0 10-4 0,0 10-6 0,0 49 3 0,0 41 0 0,0 19-1 0,0 0 0 0,0-31-4 0,0-18 2 0,0-41-1 0,0-8-30 0,0-21-53 0</inkml:trace>
  <inkml:trace contextRef="#ctx0" brushRef="#br0">5983 13037 34 0,'0'0'0'0,"-10"-10"31"0,10 10-13 0,20 29-12 0,0 12 2 0,9 8-2 0,1 1-2 0,-20-21-3 0,10-9 1 0,0-20-22 0,0-9-36 0,-20-2 29 0</inkml:trace>
  <inkml:trace contextRef="#ctx0" brushRef="#br0">6340 13056 15 0,'0'0'0'0,"0"-9"31"0,0 9-13 0,-20 0 1 0,-10 39-2 0,1 11-7 0,-11-10-4 0,0 0-2 0,20-11-2 0,1-9-3 0,9-1 4 0,10-8-1 0,-10-11-1 0,10 0-14 0,10-11-90 0</inkml:trace>
  <inkml:trace contextRef="#ctx0" brushRef="#br0">6142 13543 4 0,'0'-69'46'0,"0"48"-27"0,0 12-4 0,0 9-9 0,0 0-2 0,0 20 2 0,0 9 1 0,-10 21-3 0,0-10 0 0,0-10-3 0,0-1-1 0,10-9 2 0,-11-20 0 0,11 0-1 0,0-11 4 0,0-19-5 0,0 1 1 0,11 0 1 0,-11-21-1 0,0 21-1 0,10 9 1 0,-10 9-1 0,0 2 1 0,10 18 0 0,-10 2-1 0,-10 9 1 0,0-11-1 0,10-9 1 0,0-19-1 0,10 9 1 0,-10-20-1 0,0 10 0 0,10 0 0 0,-10 20 1 0,0-11-1 0,-10 22 0 0,-20 18 2 0,-10 12-2 0,2-2-1 0,7 1 1 0,21-20 0 0,0-20-1 0,10 10 1 0,10-20 1 0,20-40-1 0,9 11-1 0,-8 18 1 0,-12-9 0 0,1 11-1 0,-10 9 1 0,0-1 0 0,0 2 1 0,-10 9-1 0,0 0-1 0,0 20 1 0,-10 30 0 0,10-1-1 0,-10 21 0 0,0-1 0 0,-1-19 0 0,11 0-2 0,-9-21 1 0,9-9 2 0,-10 0 1 0,1-20-2 0,9 0 2 0,-11 0 2 0,1 0-3 0,-9 0 1 0,-11 10-2 0,10-10 1 0,0 9 0 0,10 2 0 0,10-11 4 0,10 0-1 0,20 0-1 0,10 0-7 0,0 0-1 0,-1-11 4 0,-9 2 2 0,-10 9 1 0,-20 0 1 0,0 0-3 0,0 0 0 0,-20 0 2 0,-10 0-1 0,0 9 7 0,-10 2-4 0,21-11-3 0,10 0 0 0,-2 0 1 0,22 0-2 0,8 0 0 0,21 0-4 0,9-11-1 0,-29 11 6 0,-10 0 0 0,0 0 1 0,-10-9-1 0,0 9 0 0,9 0 3 0,-9-10-4 0,0 10-15 0,0-11-51 0,0 11 23 0</inkml:trace>
  <inkml:trace contextRef="#ctx0" brushRef="#br0">6132 13374 5 0,'0'0'5'0,"0"0"12"0,-10 9-1 0,-10 12 0 0,-10-2-7 0,0 2-1 0,11-1-1 0,0-10-2 0,19 0-4 0,0-10 0 0,19-20 0 0,10 0 0 0,1-10 0 0,0 10-2 0,-10 0 1 0,-10 0 1 0,-10 20 1 0,0 0-1 0,10 20 0 0,-1 10 1 0,1 19-1 0,-10 11 1 0,-10 78-1 0,1-87-5 0,9-11 5 0,-10-21-1 0,0-9 1 0,0 9-1 0,-10-19 0 0,0 11 1 0,1-1 1 0,-2-10 3 0,2 0-1 0,0 20-3 0,-2 0-2 0,11-20 3 0,10 0-2 0,10 0 3 0,20 0-4 0,9-10 1 0,0 0-2 0,-18 10 3 0,-1-11 0 0,-20 11 0 0,10 0-1 0,-10 0 2 0,0 0 0 0,0 0 0 0,0-9-28 0,10-21-55 0,-1 10 64 0</inkml:trace>
  <inkml:trace contextRef="#ctx0" brushRef="#br0">5020 11926 9 0,'-9'0'17'0,"-1"10"7"0,10-10-11 0,0-10-3 0,0 10 4 0,10-20-6 0,9-10-5 0,11-9-1 0,0-12-1 0,0 32 1 0,-10-11 2 0,-1 9-2 0,1 13-1 0,0-2 0 0,0 10-1 0,10 10 1 0,-10 9 0 0,9 11 1 0,1-10-2 0,0 10 1 0,9-21-1 0,1-18 2 0,10-1 0 0,-11-10 0 0,-19 0-2 0,0-10 0 0,0 1 0 0,0 9 0 0,-10 10 0 0,10 10 1 0,-10-10-1 0,-10 10 1 0,0 0-2 0,9 0 2 0,1 0-1 0,0 10 1 0,0 0-1 0,10 10-1 0,0-2 2 0,10 3-1 0,-1-12 1 0,11-9-1 0,-10-9 0 0,10-12-1 0,-1 3 2 0,1 7-1 0,0 2 2 0,-1-1-2 0,11 20-2 0,9 20 1 0,1 8 1 0,-20 23-1 0,-11-12 1 0,-29 10 0 0,0-19 1 0,0-20 1 0,0-20 0 0,-9-9-2 0,9-2-42 0,-20 2-41 0</inkml:trace>
  <inkml:trace contextRef="#ctx0" brushRef="#br0">6241 11658 13 0,'0'0'2'0,"-10"10"14"0,10-10 10 0,-10 0-7 0,10-21-8 0,20-9-2 0,29-39-4 0,11 10-3 0,9-11-1 0,11 11 0 0,-21 19 1 0,1 11 0 0,9-12-2 0,-30 22 1 0,-18 9 1 0,-11-1-1 0,-10 11 0 0,0 0-7 0,-20-8-2 0,-10-2 5 0,-10-1 2 0,12 2 1 0,17 9 1 0,1 0 1 0,10-10 0 0,10 10 2 0,29 10-1 0,11-1-2 0,-10 20 0 0,-30 2 3 0,-30-1 2 0,-20 10-4 0,20-2-28 0,31-27-64 0</inkml:trace>
  <inkml:trace contextRef="#ctx0" brushRef="#br0">6906 11092 6 0,'0'-11'15'0,"0"3"11"0,0 8-8 0,0 0 1 0,0 29-10 0,0 20-2 0,0-8-3 0,0 8-1 0,0-10-2 0,0-8 0 0,10-11 0 0,-10-11 1 0,9-18-1 0,1-21 0 0,10 0-1 0,-10-10 0 0,0 11 1 0,0 8-1 0,10 21 0 0,-10 21 0 0,10 18 0 0,-1 0 0 0,11-28 1 0,0-11 1 0,0-30 1 0,-10-29-2 0,-20 19 1 0,0-11-1 0,0 32 0 0,0 0 0 0,0 9-8 0,10 39-55 0,-1-29 12 0</inkml:trace>
  <inkml:trace contextRef="#ctx0" brushRef="#br0">7302 11241 31 0,'0'-10'24'0,"-9"10"9"0,-1 10-21 0,10 20-6 0,0 19 0 0,19-29-4 0,1 0 0 0,0-20 0 0,10 0-1 0,-10-20-1 0,-10 0 1 0,-10 1-1 0,0-2 1 0,0 2 0 0,-10 8 0 0,0 2 0 0,0-11 3 0,-1 9-1 0,-8 11-1 0,-1 0-2 0,10 11 0 0,0-1 0 0,10 0-49 0,-9-1-22 0</inkml:trace>
  <inkml:trace contextRef="#ctx0" brushRef="#br0">11152 12293 89 0,'0'0'0'0,"-9"-41"42"0,48 12-26 0,20 10-12 0,11 9-5 0,-20 10-39 0,-50 10-58 0</inkml:trace>
  <inkml:trace contextRef="#ctx0" brushRef="#br0">11152 12343 79 0,'-9'0'11'0,"-2"8"25"0,50-8-19 0,50-8-13 0,2-2-18 0,-32-1-98 0</inkml:trace>
  <inkml:trace contextRef="#ctx0" brushRef="#br0">11757 11716 24 0,'-29'-8'30'0,"-1"-2"10"0,10-1-7 0,20 2-10 0,0 9-18 0,50 9 1 0,39 2-2 0,20-11-2 0,0 10-2 0,-39-2 1 0,-41-8 1 0,-19 0-2 0,0-8-34 0,-10 8-77 0</inkml:trace>
  <inkml:trace contextRef="#ctx0" brushRef="#br0">11778 11698 75 0,'-21'0'19'0,"2"-11"18"0,9 11-22 0,1 21-7 0,18-2-2 0,20 11-1 0,11 10-2 0,20-21-2 0,-1 21-1 0,1-11 0 0,19 52 0 0,-69-52 1 0,-20 1 0 0,-30 29 0 0,-19-9-1 0,9 10 2 0,1 19-3 0,29-30 0 0,10-9 2 0,10-21 0 0,49-8 0 0,31-11 1 0,19-11-3 0,-29 2 2 0,-41 9 0 0,-29 0 0 0,10 0-51 0,-10 0-67 0</inkml:trace>
  <inkml:trace contextRef="#ctx0" brushRef="#br0">12422 11966 23 0,'0'-11'15'0,"0"-29"23"0,0 1-8 0,0 19-8 0,10 20-10 0,-10 0-6 0,0 40 0 0,9 19-2 0,-9 0-2 0,0-8-1 0,-9-12 0 0,9-19 0 0,0-10 1 0,9-20 1 0,12-30-1 0,9 1-1 0,-1-1 0 0,-9 30-1 0,0 10 0 0,0 30 0 0,10 10-1 0,9-1 1 0,11-19 1 0,-20-49 2 0,0-31 0 0,-21-20 0 0,-18 40 0 0,-1 21-4 0,10 49-57 0,0-1-39 0</inkml:trace>
  <inkml:trace contextRef="#ctx0" brushRef="#br0">12889 12194 51 0,'0'0'0'0,"29"-41"43"0,-19 22-2 0,-10 19-17 0,0-10-15 0,-10 30-5 0,0 10-1 0,10 10-1 0,0 9 1 0,10-19-2 0,10-10-2 0,0-11 3 0,30-28-8 0,-1-21-65 0,-30 20-7 0</inkml:trace>
  <inkml:trace contextRef="#ctx0" brushRef="#br0">12968 11955 62 0,'0'0'45'0,"-10"-19"-27"0,30 19-32 0,0 10-79 0</inkml:trace>
  <inkml:trace contextRef="#ctx0" brushRef="#br0">13236 11876 64 0,'0'-31'35'0,"0"2"12"0,20 10-34 0,19 19-10 0,1 40-3 0,0 29 2 0,-40 9-2 0,-30-27 3 0,-10-21-2 0,40-30 3 0,20-30-9 0,40-21-3 0,-11 3 5 0,-29-3 5 0,-10 22 5 0,-10 18 1 0,-10 32-7 0,0 28 0 0,0 2-2 0,10 8-17 0,20-9-119 0</inkml:trace>
  <inkml:trace contextRef="#ctx0" brushRef="#br0">13711 12204 99 0,'0'0'0'0,"-9"-40"37"0,18 0-18 0,21 0-15 0,-9 31 0 0,-11-1 3 0,-30 40 5 0,0 9-11 0,10 1 0 0,-1 0 0 0,22-21 0 0,-1 0 3 0,10-19 0 0,9-19-3 0,11 0-11 0,-20-1-29 0,0-10-86 0</inkml:trace>
  <inkml:trace contextRef="#ctx0" brushRef="#br0">13861 11926 63 0,'-10'-11'39'0,"0"11"14"0,10-9-43 0,20 18-25 0,-10 2-97 0</inkml:trace>
  <inkml:trace contextRef="#ctx0" brushRef="#br0">13791 4207 38 0,'0'0'0'0,"-29"-30"10"0,48 10 2 0,0 10 9 0,-19 10 3 0,11 10 4 0,-11-1-22 0,0 12-1 0,0-12 0 0,-20 12-2 0,10 18-1 0,10-9 0 0,0 0 1 0,10-11 0 0,-1 1-2 0,2 0 1 0,9-20 0 0,0-11-9 0,10 2-38 0,-10-20-48 0</inkml:trace>
  <inkml:trace contextRef="#ctx0" brushRef="#br0">13861 3949 55 0,'-10'-10'16'0,"0"-1"-6"0,10 11-8 0,10 0-3 0,20 0-40 0,-20 11 14 0</inkml:trace>
  <inkml:trace contextRef="#ctx0" brushRef="#br0">14039 3928 108 0,'-29'0'2'0,"9"69"-2"0,30 30 5 0,-10 1 2 0,10-1-5 0,0-19 2 0,0 9-33 0,-10-49-46 0</inkml:trace>
  <inkml:trace contextRef="#ctx0" brushRef="#br0">14109 4326 37 0,'0'0'2'0,"0"-10"2"0,10 20 24 0,-10 10-8 0,-10-11-5 0,10-9-6 0,10-9-7 0,0-2 0 0,0-8 0 0,-20-2 1 0,-10-18 0 0,10 0 1 0,10-12 0 0,0 22-3 0,20 9 1 0,-10 20-1 0,-10 0 1 0,0 30 1 0,0 30 0 0,0-11-1 0,0-10 0 0,0-8 1 0,0-22 5 0,-10-9-2 0,0-40-3 0,20 10-2 0,0 1 0 0,-10 10-1 0,0-2 1 0,0 12-1 0,10 9 0 0,0-10 0 0,0 10 1 0,-20-20-2 0,0-11 2 0,0 12-1 0,10 8 0 0,20-18 1 0,-1 20-1 0,-9 9-1 0,-10 49-1 0,0 10 2 0,-10-8 1 0,-29-32-1 0,-41 21-6 0,11-10-90 0,69-20 50 0</inkml:trace>
  <inkml:trace contextRef="#ctx0" brushRef="#br0">14734 4187 80 0,'0'0'0'0,"-20"-21"19"0,20 12-16 0,10 9 9 0,-10 20 5 0,0 20-6 0,10-1-3 0,0-9-6 0,20-21 2 0,9 2-15 0,-9-22-30 0,-20-8-50 0</inkml:trace>
  <inkml:trace contextRef="#ctx0" brushRef="#br0">14833 4048 99 0,'-39'-10'8'0,"19"10"-9"0,59 0-79 0</inkml:trace>
  <inkml:trace contextRef="#ctx0" brushRef="#br0">15051 3919 78 0,'-9'0'1'0,"-11"-30"3"0,30 39 4 0,0 42 19 0,-30 67-12 0,0 32-10 0,20-21-2 0,9-60-3 0,2-39-17 0,-11-20-45 0,10-10 15 0</inkml:trace>
  <inkml:trace contextRef="#ctx0" brushRef="#br0">15111 4276 54 0,'0'0'22'0,"0"30"4"0,0 39-8 0,0-19-10 0,0-30 1 0,-10-20 2 0,0-40-5 0,10-30-3 0,10-40-1 0,20 51-1 0,0 59-3 0,-11 41 1 0,-19 8 1 0,-9-29 1 0,-31-1-6 0,30-8-113 0</inkml:trace>
  <inkml:trace contextRef="#ctx0" brushRef="#br0">15915 4096 100 0,'-30'-29'11'0,"20"29"-11"0,40 29 0 0,-30 1 8 0,-20-9 2 0,30 9-7 0,20-30 2 0,-11-30-3 0,-9-21-1 0,-39-27 1 0,-11 68-2 0,10 10-1 0,10 19 0 0,50 2 1 0,20-11 0 0,39-20 1 0,-49-30 0 0,-11 0 0 0,-29 21 0 0,-9 48 0 0,-11 51 1 0,0-1 0 0,20 30 1 0,-10-20-3 0,0-30-25 0,0-38-27 0,20-42 21 0,20-38 16 0,-20 30-9 0</inkml:trace>
  <inkml:trace contextRef="#ctx0" brushRef="#br0">16083 4236 13 0,'10'-11'18'0,"-10"11"29"0,0 31-9 0,0-1-25 0,0-10-7 0,10-10-1 0,-10-31-2 0,0-18-1 0,10-40 0 0,10-20-2 0,11 39 2 0,-3 30-3 0,2 30 0 0,-10 30 0 0,-30 0 3 0,-20 0 0 0,-8-12-75 0,38-18 23 0</inkml:trace>
  <inkml:trace contextRef="#ctx0" brushRef="#br0">16361 4067 152 0,'-139'-9'-34'0,"119"18"-34"0</inkml:trace>
  <inkml:trace contextRef="#ctx0" brushRef="#br0">12799 5675 22 0,'0'0'0'0,"-10"0"-12"0</inkml:trace>
  <inkml:trace contextRef="#ctx0" brushRef="#br0">12789 5655 20 0,'-10'-10'39'0,"0"-1"-2"0,1 11-17 0,28 0-7 0,21 0-3 0,39 0-2 0,31 11-5 0,-1 8-1 0,-20-8-1 0,-20-1 1 0,-19-20 0 0,-10-1-1 0,-10 11-5 0,-1 0-23 0,-29-9-32 0,10 9 9 0</inkml:trace>
  <inkml:trace contextRef="#ctx0" brushRef="#br0">13285 5506 30 0,'-10'0'20'0,"1"0"14"0,-1 0-5 0,10 0-17 0,10 10-6 0,-1 9 0 0,21 2 0 0,-10-1 0 0,10-10-4 0,0 0 1 0,-1-1-3 0,1 2 1 0,-20-2 0 0,-10 11 4 0,-10-20-2 0,0 30-3 0,-20 10 2 0,-19 8 0 0,9-17 0 0,10-1 1 0,11-21-3 0,9 2 0 0,10-1 1 0,-10-10 1 0,10 0 2 0,20-10-65 0,-1 10-30 0</inkml:trace>
  <inkml:trace contextRef="#ctx0" brushRef="#br0">19070 5139 18 0,'0'0'1'0,"0"0"18"0,10 0 13 0,-10 0-10 0,20 0-14 0,29 0-2 0,41-29-3 0,29 9-1 0,-10 10 1 0,-40 10 1 0,-39 0-2 0,-30 0-1 0,0 0-61 0,0 0 7 0</inkml:trace>
  <inkml:trace contextRef="#ctx0" brushRef="#br0">19258 5090 21 0,'0'0'0'0,"-49"0"8"0,39-10 5 0,0 10 5 0,-10 0-1 0,10 10-7 0,10-10-7 0,0 0 7 0,20 0-7 0,30-10-1 0,29 10-1 0,0-11 4 0,-29 2-2 0,-31 9-1 0,-19 0-1 0,-28 0 1 0,-23 9-3 0,-18 2 4 0,0-1-4 0,19-1 3 0,0 2-1 0,11-2 0 0,-1 0-1 0,10-9 0 0,20 0 0 0,30 0 1 0,40-9-1 0,29 0-2 0,0-2 0 0,-29 2 3 0,-21 9-2 0,-29 0 2 0,0 0-2 0,-10 0 3 0,0 0-2 0,0 0 0 0,0 0 1 0,0 0 2 0,0 0 4 0,0 0-6 0,10 0-6 0</inkml:trace>
  <inkml:trace contextRef="#ctx0" brushRef="#br0">3244 13464 24 0,'0'0'6'0,"-39"10"24"0,29 0 0 0,0-10-5 0,0 0-7 0,10-31-7 0,30-18-3 0,39-31-1 0,40-8-1 0,40-41-2 0,20-10-3 0,-10 10 0 0,-30 38 1 0,-40 32-1 0,-59 30 4 0,-11 9-1 0,-9-1-2 0,-10 12-9 0,0 9-74 0,0 0 12 0</inkml:trace>
  <inkml:trace contextRef="#ctx0" brushRef="#br0">3760 12610 92 0,'0'0'0'0,"-39"0"30"0,19 0-1 0,20 0-21 0,30 9-3 0,19-18-1 0,1 9 0 0,9-9 0 0,1-11-3 0,-10 10 3 0,-11 0-2 0,-19 10 3 0,-10-20-2 0,0 20 1 0,0 9-4 0,-10 31 3 0,0 30-1 0,-10 0 1 0,0-1-1 0,0 0 1 0,0-9-2 0,0-2 2 0,10-37-3 0,-10 9 2 0,10-20-1 0,0-1 2 0,0 2-1 0,0-11-1 0,0 10 0 0,0-10 2 0,0 0-2 0,-10 0 0 0,10 0 0 0,0 0 0 0,0 0-1 0,0 9 0 0,0-9 1 0,10-19 1 0,0 8-1 0,-10 2-12 0,10 9-97 0,-10 0 41 0</inkml:trace>
  <inkml:trace contextRef="#ctx0" brushRef="#br0">8007 11827 9 0,'0'10'27'0,"-11"-2"10"0,11 3-12 0,0-1-3 0,-9 0-3 0,9-1-8 0,9-18-1 0,22-40-6 0,38-21-1 0,1-9-1 0,-1-1 2 0,11 11-2 0,-11-20 1 0,-9 19-2 0,-1 11 1 0,-18 9-1 0,-13 10 1 0,-18 11 0 0,0 9 0 0,-10 10-2 0,0-1 3 0,-20 11-3 0,-19 0 0 0,-11 11 0 0,11 8 0 0,19-8 0 0,20-11 1 0,20 0-1 0,29-11 0 0,-9 22 0 0,-20 28-1 0,-20-9 1 0,-20-20 0 0,20-10-26 0,30-10-66 0,-21-1 47 0</inkml:trace>
  <inkml:trace contextRef="#ctx0" brushRef="#br0">8711 11023 29 0,'0'-30'36'0,"0"19"-7"0,-10 62-17 0,30-3-10 0,20-27 2 0,0-31-1 0,-30-39 3 0,-20 9 0 0,-40 19-3 0,20 32-22 0,30-1-71 0</inkml:trace>
  <inkml:trace contextRef="#ctx0" brushRef="#br0">10160 12025 26 0,'-10'0'6'0,"-10"0"34"0,0-11-11 0,20 11-10 0,0-30-5 0,30-8-7 0,20-23-3 0,19-17 0 0,11-2-4 0,-1 11 2 0,0-10 1 0,-9 18-1 0,-21 32 1 0,-29 0 3 0,-10 9-1 0,0 10-2 0,-10-1-1 0,0 2 0 0,-20-1-1 0,0 10 0 0,1 0-1 0,9 0-1 0,39-10 2 0,1-1-1 0,-10 11 1 0,10 11-2 0,-10-1 1 0,-20 0 0 0,-10 10 1 0,-20-10 0 0,10-10-13 0,20 9-86 0</inkml:trace>
  <inkml:trace contextRef="#ctx0" brushRef="#br0">10904 11261 68 0,'0'-11'7'0,"0"-18"39"0,-10 10-14 0,10 9-21 0,-10 20-7 0,10 29-2 0,-10 11 0 0,10-21-1 0,30-9-1 0,0-11 2 0,0-9-1 0,-1-9 1 0,-9-20 0 0,-10-11-1 0,0-10 0 0,0 1 0 0,-10 19 2 0,-30 10 2 0,1 0-2 0,-11 20-3 0,0 9 1 0,10 61-25 0,20 10-110 0</inkml:trace>
  <inkml:trace contextRef="#ctx0" brushRef="#br0">8840 10944 33 0,'0'0'8'0,"-19"-20"27"0,-1 0-3 0,10 20-12 0,0 0 2 0,0 9-12 0,-20 31-6 0,10-11 0 0,10 12-2 0,10-1 0 0,20-22 0 0,20 3-1 0,-10-21 3 0,-1-21-1 0,-9-17 1 0,-20-12-4 0,-10 1 2 0,0 18 1 0,-9 12-1 0,9 8-2 0,-30 41-83 0,40-19 17 0</inkml:trace>
  <inkml:trace contextRef="#ctx0" brushRef="#br0">16083 8384 52 0,'0'-11'26'0,"0"2"2"0,30-1 4 0,0-10-17 0,29 20-9 0,11 0-5 0,-40 0 1 0,-30-10 4 0,-70 10-2 0,-29-10-1 0,20 10 0 0,69 10-2 0,39-20 0 0,51 10 1 0,9 0-2 0,-59 20 1 0,-30-11-1 0,-60-9 1 0,-29-9 1 0,0-1-2 0,39 10 1 0,50 0-2 0,40-10 2 0,49-10-1 0,10 11 2 0,-69 9-3 0,-50 0 1 0,-49 9-1 0,-30 0 2 0,19 2-1 0,41-11 0 0,48 0-1 0,111 0 0 0,-81 0-1 0,-39 0-1 0,-69 10 2 0,-1 0 1 0,21-1 0 0,49-9 0 0,39-9 0 0,21-1 0 0,-20 10 0 0,-30 0 0 0,-30 0 0 0,-10 0 0 0,20-10 0 0,10 10 0 0,10 0 0 0,0 0 0 0,-10 0 0 0,0 0 0 0,0 0 0 0,0 10 0 0,0-10 0 0,0 0 0 0,0 0 0 0,0 0-1 0,-10 0 2 0,10 0-4 0,0 10 3 0,0-10 0 0,0 0 0 0,0 0-2 0,0 0 2 0,0 0 0 0,0 9-1 0,0-9 2 0,-10 0-2 0,10 0 0 0,0 0 1 0,0 0-1 0,0 0 1 0,0 0-2 0,0 0 3 0,0 0-2 0,0 0 1 0,0 0-1 0,-10 0 2 0,20 0-2 0,0 0 1 0,-10-9-1 0,-10 9 1 0,0 0 1 0,-10 0-1 0,20 0 0 0,10 0-1 0,0 9 1 0,0-9 1 0,-10 11-1 0,0-1-1 0,-10-1 1 0,10-9 1 0,0 0-1 0,10-9 0 0,0 9 0 0,-10 0-1 0,0 0-7 0,10 9 0 0,-10-9-1 0,10 0-8 0,0 0-9 0,-10 0-18 0,-10 0 4 0</inkml:trace>
  <inkml:trace contextRef="#ctx0" brushRef="#br0">20766 8503 19 0,'0'0'22'0,"-9"0"-9"0,-1 0 11 0,10 0-5 0,-10 9 1 0,-1-9-1 0,2 0-9 0,-1 0-3 0,10 0-4 0,40 0 0 0,39 0-1 0,30-9 0 0,20 9-1 0,0 9-2 0,11 2-1 0,-12-1 3 0,-19-10-1 0,-29 0 3 0,-31 0-2 0,-29-10 1 0,-10 10-1 0,-10 0 2 0,-20-11-3 0,-30 2 1 0,-39 9 0 0,-10 9 0 0,-20-9-2 0,10 0 3 0,10 11 1 0,-1-11 0 0,1 10-3 0,20-10 0 0,19 0 1 0,1 0-1 0,19-10 0 0,20 10 1 0,20 0-1 0,11 0 0 0,38 0 1 0,20-11-2 0,20 11 1 0,11-9 0 0,19-1-2 0,0 10 0 0,10 0-2 0,-30 0 6 0,-40 10-1 0,-29-10 1 0,-20 0-1 0,-10 0 5 0,0 9-45 0,0 12-86 0</inkml:trace>
  <inkml:trace contextRef="#ctx0" brushRef="#br0">21937 5427 17 0,'0'0'0'0,"31"0"16"0,18 0 1 0,20 0 0 0,10 20-13 0,-19 28-2 0,-30 3-1 0,-10 8 2 0,-20 0-1 0,-10 11 2 0,0 20-2 0,10-1-1 0,-10-1 0 0,-10 12 0 0,10-1 0 0,-10 21-1 0,-10-11 1 0,21-30-2 0,9 1 3 0,9-11-1 0,11 10 0 0,30 1 0 0,9-21 0 0,21 0 0 0,-31-19-1 0,-29-19 0 0,-10-12 2 0,10-9-1 0,-10 11 0 0,-10-11-1 0,-10-11 3 0,-10 11-2 0,0 0-1 0,1 11 0 0,-21 18-1 0,0-9 2 0,10 19 0 0,1 11-2 0,19 10 1 0,0 19 1 0,20-9-1 0,-10 8 1 0,0-17 1 0,-10 38-1 0,10-40 1 0,10 11 0 0,10 8 0 0,-20 21-3 0,9-29 2 0,-9 0-1 0,-19 10 0 0,-11-21 2 0,-10-9 1 0,0-30-3 0,21 10 12 0,-1-21-1 0,-10-9-6 0,10-9-3 0,10-11-24 0,20 10-81 0</inkml:trace>
  <inkml:trace contextRef="#ctx0" brushRef="#br0">5259 12660 21 0,'-10'-11'15'0,"10"-8"13"0,0 8 0 0,0 2-10 0,-10 0-2 0,10-2-5 0,10 11-6 0,10 0-1 0,9 11 0 0,11-2 0 0,19-9-1 0,11 0 0 0,29-9-1 0,-10 9 1 0,1 0-3 0,-11 0 0 0,-9 0 1 0,9 0 1 0,-20 0-1 0,-9 0 0 0,-10 0-1 0,-20 9 0 0,9 0 1 0,-9-9 2 0,10 0-3 0,-10 0 3 0,-10 0-4 0,-10-9 3 0,0 18-1 0,0-18 5 0,10 0-5 0,-20 9-12 0,0 9-122 0</inkml:trace>
  <inkml:trace contextRef="#ctx0" brushRef="#br0">7283 12619 22 0,'-9'0'19'0,"-2"-9"17"0,1-11-7 0,10 11-9 0,10-11-10 0,10 20-4 0,9-11-2 0,1 11 0 0,20 0-1 0,-1 0-2 0,31 0-1 0,-11 0 1 0,1 11 0 0,-11-1-1 0,-9-10 1 0,19 0 0 0,11 0-1 0,9 0 1 0,-20 0-1 0,1 10 0 0,-30-1 1 0,-11 2-1 0,-9-2 3 0,0-9 0 0,-20 0 0 0,10 0-2 0,0 0-13 0,0 9-139 0</inkml:trace>
  <inkml:trace contextRef="#ctx0" brushRef="#br0">9088 12630 71 0,'0'0'8'0,"-19"-20"17"0,19 20-6 0,10 0-8 0,-1 9-4 0,11-18 0 0,30-11-4 0,9 20-1 0,11 0 1 0,-21 11-1 0,11-2-1 0,0 0 0 0,19-9-1 0,0 11 1 0,1-1 0 0,-21-10 1 0,-9 0-2 0,-11 0 1 0,1 0-1 0,10 0 1 0,-20 0-1 0,-11 0 0 0,-9 9 0 0,0-9 1 0,0 0-1 0,0 0 0 0,0 0 1 0,-10 0-1 0,0 0 0 0,0 0 1 0,10 0-1 0,-10 0 0 0,0-9 1 0,10 9-1 0,-10 0 0 0,0 0 1 0,0 0 0 0,0-10-5 0,0 10-54 0</inkml:trace>
  <inkml:trace contextRef="#ctx0" brushRef="#br0">12373 5526 20 0,'0'0'27'0,"-10"-31"21"0,10 23-18 0,0 8-18 0,-9 59 3 0,-2 20-8 0,11-9-2 0,-10-31-1 0,20-10-1 0,1-18 0 0,-11-22-29 0,9-18-74 0,1 29 65 0</inkml:trace>
  <inkml:trace contextRef="#ctx0" brushRef="#br0">12323 5337 63 0,'-20'-29'4'0,"-10"9"8"0,-9 20 13 0,-21 30-1 0,-9 39-10 0,-1 10-8 0,31 20-3 0,29-9-1 0,39 9-2 0,21-9 2 0,10-21-3 0,9 1 1 0,10-52 0 0,11-18 3 0,-12-38-1 0,-17-32 1 0,-33-9-1 0,-17-31 0 0,-11 2 0 0,-11 28 1 0,-17 21 4 0,-22 9-1 0,-10 1-2 0,22 9-1 0,-13 30-1 0,2 10-1 0,-1 0-2 0,10 10 1 0,-9 30-2 0,39-11-44 0,20-9-53 0</inkml:trace>
  <inkml:trace contextRef="#ctx0" brushRef="#br0">6370 8433 14 0,'0'-10'20'0,"0"0"13"0,0 1-14 0,0-1 0 0,0 0-2 0,0 10-3 0,0 0-4 0,0 20-5 0,0 29 0 0,0-9 2 0,0 8-4 0,-10-7-1 0,0-1-1 0,10 8 0 0,0-27 0 0,0-11-1 0,10-10 3 0,0 0-3 0,0-10 2 0,10 0-3 0,9-9 1 0,11 19 0 0,-10 0-2 0,0 0 1 0,-20 0 1 0,19 0-1 0,-9-21 2 0,-10 12-1 0,10-21 0 0,-10-1 0 0,1-28 0 0,-11 40 1 0,9-2 0 0,-9 12-1 0,10-1-1 0,-1 10 1 0,-9 0 1 0,10 0-1 0,-10 0 1 0,0 10-1 0,0 20 0 0,0 0 0 0,0-1 0 0,0 1 0 0,10 10 1 0,1-21-2 0,-2 2 2 0,10-21-1 0,12 8-1 0,-1-8 2 0,-1-18-1 0,1-32 0 0,-10 0 1 0,-20-19 1 0,0 9 0 0,-20 1 0 0,10 9 4 0,0 39-5 0,10 22-25 0,20 29-104 0</inkml:trace>
  <inkml:trace contextRef="#ctx0" brushRef="#br0">7054 8611 60 0,'-9'-9'40'0,"-1"18"-2"0,0 21-22 0,0-1-10 0,30 2-2 0,9-1-4 0,1 0 2 0,-10-11 0 0,10-28 3 0,-10-22-2 0,-10-8 0 0,-1 0-2 0,-18 9 3 0,-11 0 2 0,-10-1-1 0,10 12-3 0,0 8-2 0,0 11 1 0,1 21-1 0,-1-1-14 0,20 0-133 0</inkml:trace>
  <inkml:trace contextRef="#ctx0" brushRef="#br0">7580 8174 35 0,'0'-9'32'0,"10"-20"16"0,0-2-15 0,0 12-13 0,-20 19-13 0,-10 10-5 0,-19 39-1 0,9 10-2 0,0 22 4 0,20 7-3 0,10 11 1 0,20-19-1 0,0-30 0 0,0-11 3 0,9-18 0 0,1-21-1 0,0 0-1 0,-10 0-17 0,-20 0-55 0,-10 0-6 0</inkml:trace>
  <inkml:trace contextRef="#ctx0" brushRef="#br0">7749 8334 36 0,'0'0'4'0,"0"-10"26"0,0-11 5 0,0 3-4 0,0 7-6 0,0 11-15 0,-10 20-8 0,10 20 0 0,0 10-1 0,10-1 0 0,-10-10 0 0,0-8 1 0,-10-11-1 0,10-20 2 0,0 0 1 0,10-30-3 0,-10-30 1 0,0 21-1 0,0-1-1 0,0 10 0 0,0 0 1 0,0 10-1 0,10 20-3 0,0 11-58 0,0-2-42 0</inkml:trace>
  <inkml:trace contextRef="#ctx0" brushRef="#br0">7868 8075 99 0,'0'0'0'0,"-10"-29"27"0,20 10-11 0,10 19-7 0,10 39-2 0,20 51-1 0,-1 28-2 0,-19 2 0 0,-20-11-3 0,-30-30 2 0,-21-39 1 0,22-10-1 0,10-12-1 0,-2-7-1 0,1-11 0 0,10 0 0 0,0 0-1 0,0 0-16 0,0 0-124 0</inkml:trace>
  <inkml:trace contextRef="#ctx0" brushRef="#br0">8523 8373 57 0,'-20'0'12'0,"0"0"12"0,0-9-1 0,10 9-9 0,10 9-5 0,0-9 2 0,30 0-2 0,31-9-3 0,7-1-4 0,12 10-1 0,-21 0-2 0,-9 0 2 0,-30-11 1 0,-1 11-4 0,-9-9-28 0,-10-1-85 0</inkml:trace>
  <inkml:trace contextRef="#ctx0" brushRef="#br0">8662 8185 50 0,'0'0'0'0,"0"0"13"0,0 10 69 0,0 30-76 0,10 28-1 0,-10 23 1 0,0-13 0 0,10-27 0 0,-10-12-1 0,0-30-2 0,-10-9-2 0,10-9-45 0,0-1-57 0</inkml:trace>
  <inkml:trace contextRef="#ctx0" brushRef="#br0">9079 8174 34 0,'0'0'0'0,"0"-18"32"0,9-2 0 0,-9 0-13 0,10 20-10 0,-10 10-1 0,0 9 0 0,0 31-3 0,-10-1-2 0,10 21-2 0,10-11-1 0,0-9 1 0,0-31-1 0,0-19 3 0,0-9 1 0,10-20-5 0,1-21 1 0,-12-1-1 0,10 13 1 0,-9 8 1 0,11 30-1 0,-12 0-2 0,1 20 3 0,10 19-1 0,0 1 0 0,10-10 1 0,-1-21-1 0,-9-9 2 0,0-39 5 0,-20-21 2 0,10 11-2 0,0-2-5 0,-10 33-13 0,10 18-76 0,-10 18 16 0</inkml:trace>
  <inkml:trace contextRef="#ctx0" brushRef="#br0">9585 8384 58 0,'0'10'26'0,"9"38"18"0,-9 13-17 0,0-12-18 0,0-30-4 0,0 2-2 0,0-11-35 0,-9-10-83 0</inkml:trace>
  <inkml:trace contextRef="#ctx0" brushRef="#br0">9971 7957 96 0,'0'-10'3'0,"-9"-20"13"0,9 19 10 0,-30 41-15 0,-20 61-1 0,20 47-3 0,20 0-3 0,50-28-1 0,30-30-1 0,-11-50 0 0,-29-20-11 0,-20-2-85 0,-10-8 43 0</inkml:trace>
  <inkml:trace contextRef="#ctx0" brushRef="#br0">10239 8145 30 0,'0'0'29'0,"-19"-9"17"0,-1 9-12 0,10 0-17 0,0 20-12 0,10 9-3 0,0 21-1 0,20-11-1 0,0 11 0 0,9-10 1 0,11-10 0 0,-20-30-1 0,10 0 2 0,-11-30 0 0,1-10 0 0,-10 10-2 0,-10-9 2 0,0 19-3 0,0 0 2 0,0-10-2 0,-10 10 3 0,0-9-2 0,-9 9 0 0,-1 0 1 0,0-10-3 0,10 30 4 0,-10-10-2 0,10 10 0 0,-20 10 0 0,11-1 1 0,9 12-2 0,0-1 1 0,10 0-25 0,-10 0-105 0</inkml:trace>
  <inkml:trace contextRef="#ctx0" brushRef="#br0">13464 5963 17 0,'0'0'0'0,"0"-40"16"0,20 19 8 0,-10-8 10 0,-10 20-8 0,-10-1-17 0,0 10-5 0,-40 29 3 0,-39 41-1 0,-20 39-4 0,-41 40-1 0,-18 9 1 0,-10 10-1 0,-11-8-1 0,2-11 0 0,-3-10 0 0,31-21 1 0,40-19-1 0,20-19 0 0,31-30 0 0,17-11 2 0,2-18 0 0,29-21 1 0,20-10-1 0,0-10-1 0,10-20-1 0,19-19 0 0,1 9 1 0,-10 9-1 0,-10 32 0 0,0-1 1 0,-10 20 1 0,-20 40-2 0,-10 19 3 0,0 11-2 0,30-50-2 0,30-11 3 0,20-19-1 0,9 0 0 0,-20 0-22 0,-18-11-96 0</inkml:trace>
  <inkml:trace contextRef="#ctx0" brushRef="#br0">10547 7898 72 0,'0'0'0'0,"0"-50"33"0,10 39 0 0,-10 11-18 0,30 51-1 0,9 78-7 0,21 49-5 0,-50 130 5 0,-70-219 0 0,11-40-4 0,29-28-8 0,40-42-77 0,-10 2 1 0</inkml:trace>
  <inkml:trace contextRef="#ctx0" brushRef="#br0">10984 8364 97 0,'-10'-10'27'0,"-10"-1"-17"0,30 2 16 0,39-1-19 0,41-11-2 0,-22 12-3 0,-17 9-19 0,-41 9-82 0,-10-9 60 0</inkml:trace>
  <inkml:trace contextRef="#ctx0" brushRef="#br0">11112 8136 118 0,'-19'-10'15'0,"10"29"11"0,-2 61-9 0,11 19-14 0,11-10-2 0,8-9-18 0,0-32-84 0,-9-48 58 0</inkml:trace>
  <inkml:trace contextRef="#ctx0" brushRef="#br0">11450 8136 105 0,'0'-20'6'0,"10"0"2"0,0 10 14 0,0 20-9 0,-10 30 1 0,-10-2-5 0,10 13-6 0,20-11-2 0,-11-2-1 0,-9 2 0 0,0-29 1 0,10-22 5 0,10-38-4 0,20-10-2 0,0 28 0 0,-21 22-1 0,1 29-3 0,0 9 3 0,0-8 1 0,0-31 3 0,0-41 2 0,-10-8-3 0,-10 19-9 0,0 31-86 0,0 9 35 0</inkml:trace>
  <inkml:trace contextRef="#ctx0" brushRef="#br0">11867 8364 34 0,'0'0'0'0,"9"-30"63"0,1 10-16 0,10 20-28 0,10 10-13 0,-10 30-5 0,-20 9 3 0,-20-20 1 0,-21 12 0 0,13-12-2 0,18 11-3 0,0-30 2 0,20-10 2 0,19-10-3 0,31-1 0 0,-20 11-2 0,-11 0 2 0,-29 0-27 0,10 0-106 0</inkml:trace>
  <inkml:trace contextRef="#ctx0" brushRef="#br0">12382 7898 119 0,'-9'-40'14'0,"-1"19"-8"0,-20 42 8 0,-20 48-3 0,1 60-2 0,29 10-2 0,30-20-3 0,20-29-3 0,19-52 1 0,-9-17-35 0,-20-21-79 0</inkml:trace>
  <inkml:trace contextRef="#ctx0" brushRef="#br0">12502 8105 28 0,'0'0'26'0,"0"-9"23"0,-10 9-9 0,-10 40-19 0,0 9-16 0,30 1-3 0,30-30 0 0,9-1 0 0,-19-19-1 0,-10-30 4 0,-10-10-2 0,-20-28 5 0,0 7-4 0,-10 32-4 0,-10 29-17 0,-9 20-87 0,29-11 56 0</inkml:trace>
  <inkml:trace contextRef="#ctx0" brushRef="#br0">12710 7837 82 0,'0'0'26'0,"10"31"-19"0,49 98 26 0,-19 48-13 0,-40-8-9 0,-40-70-2 0,-19-38-3 0,-1-61-23 0,40 0-127 0</inkml:trace>
  <inkml:trace contextRef="#ctx0" brushRef="#br0">8652 9297 129 0,'-30'0'9'0,"20"0"3"0,29 0 4 0,51-10-7 0,30-1-6 0,-1-8-3 0,-40 19-4 0,-39 10-52 0,-20-1-33 0</inkml:trace>
  <inkml:trace contextRef="#ctx0" brushRef="#br0">8830 9356 78 0,'-39'0'37'0,"9"10"-6"0,30-10-14 0,50 0-14 0,29 0 0 0,-10 0 1 0,-29-10-9 0,-30 29-130 0</inkml:trace>
  <inkml:trace contextRef="#ctx0" brushRef="#br0">9644 9158 28 0,'0'0'0'0,"-20"-30"19"0,20 0-7 0,0 9 12 0,0 12 3 0,0 9 0 0,-10 0-8 0,10 0-12 0,-10 50-2 0,10 19-2 0,0 1-1 0,0-22-2 0,0-8 2 0,10-10-1 0,0-19 1 0,10-31-2 0,10-30 0 0,10 21 1 0,-11-1-1 0,-19 30-1 0,10 19-1 0,0 10 2 0,10 2 0 0,20-11 1 0,9-31 0 0,-20-37 2 0,-19-22 1 0,-20-10 7 0,-10 51-7 0,0 18-15 0,10 22-69 0,0-11 3 0</inkml:trace>
  <inkml:trace contextRef="#ctx0" brushRef="#br0">10220 9386 78 0,'-10'-11'34'0,"-10"22"-6"0,10 18-10 0,0 11-13 0,30-21-2 0,10-8 0 0,9-11 1 0,-19-20 3 0,-20-19 2 0,-10-12 3 0,-10 21-7 0,-9 21-6 0,9 9-40 0,10 20-84 0</inkml:trace>
  <inkml:trace contextRef="#ctx0" brushRef="#br0">10587 9237 122 0,'-20'-10'13'0,"10"0"-3"0,30-1 9 0,39 11-11 0,21 0-3 0,-21-9-3 0,-19 9-32 0,-30 0-83 0</inkml:trace>
  <inkml:trace contextRef="#ctx0" brushRef="#br0">10755 9068 139 0,'0'0'0'0,"-29"-10"17"0,29 50-2 0,-10 20-9 0,20-1-4 0,-1-9-19 0,-9-1-111 0</inkml:trace>
  <inkml:trace contextRef="#ctx0" brushRef="#br0">11093 9138 109 0,'0'0'0'0,"0"-20"16"0,-9 30 1 0,-12 38-5 0,21 3-9 0,30-11-2 0,-1-10-1 0,11-22 3 0,0-16-2 0,9-83 5 0,-49 23 2 0,-19-2 5 0,-21 10-6 0,19 41-5 0,-7 19-6 0,-12 40-39 0,21 8-70 0</inkml:trace>
  <inkml:trace contextRef="#ctx0" brushRef="#br0">11579 9128 147 0,'-10'0'4'0,"30"-10"-2"0,19 10 8 0,21-11-8 0,9-8-4 0,-20 19-33 0,-38 0-86 0</inkml:trace>
  <inkml:trace contextRef="#ctx0" brushRef="#br0">11757 8938 104 0,'0'0'0'0,"-29"11"32"0,20 59-16 0,9 9-12 0,19 10-39 0,-10-39-74 0</inkml:trace>
  <inkml:trace contextRef="#ctx0" brushRef="#br0">12144 9077 87 0,'-10'-9'35'0,"10"39"-21"0,-9 30 2 0,28-12-9 0,21-17-4 0,20-22 0 0,-11-18 0 0,-29-31 0 0,-20-29 4 0,-30-1 9 0,-19 31-10 0,-1 39-9 0,-29 10-98 0,59 0 40 0</inkml:trace>
  <inkml:trace contextRef="#ctx0" brushRef="#br0">13732 6666 68 0,'-21'-9'15'0,"-7"9"-4"0,17 0-7 0,31 0 3 0,50 9 6 0,29-9-4 0,10 0-1 0,-59 0-6 0,-50 11 2 0,-70-1-1 0,-19-10 0 0,9 0 0 0,61 10 0 0,38-20-16 0,41 10-92 0</inkml:trace>
  <inkml:trace contextRef="#ctx0" brushRef="#br0">15081 6687 110 0,'0'0'0'0,"-59"-21"32"0,29 12-24 0,30 9-4 0,30-10-4 0,59 10 0 0,20 10 0 0,-39-1 1 0,-51-9 2 0,-38 0 5 0,-61 11-7 0,21-11 0 0,49 0 0 0,40 0-1 0,19 0-22 0,-19 10-80 0</inkml:trace>
  <inkml:trace contextRef="#ctx0" brushRef="#br0">21878 6537 85 0,'-10'0'5'0,"40"11"1"0,89-60 2 0,69-61-8 0,40 11-53 0,-198 89 21 0</inkml:trace>
  <inkml:trace contextRef="#ctx0" brushRef="#br0">21977 7461 76 0,'0'-21'4'0,"78"-27"-1"0,152-62-6 0,-42 51-63 0</inkml:trace>
  <inkml:trace contextRef="#ctx0" brushRef="#br0">21977 8244 57 0,'-40'-9'17'0,"110"-41"-18"0,287-89-46 0,-278 99 24 0</inkml:trace>
  <inkml:trace contextRef="#ctx0" brushRef="#br0">20588 6022 7 0,'-40'0'24'0,"1"-10"0"0,29 10-8 0,29 10-9 0,61-10-1 0,69-10-1 0,29-9-3 0,-19 19-1 0,-60 0 3 0,-69-10 0 0,-70 10 2 0,-49 0-4 0,-70 0-1 0,-19 10 0 0,-1-2 0 0,50 3 0 0,79-11 0 0,80 0-1 0,89-19 1 0,80-2-1 0,9 2 0 0,-39 19 0 0,-70 0-1 0,-69 0 1 0,-60 0 3 0,-79 10-1 0,-80-1-1 0,-9 12 0 0,29-2 0 0,70 0 0 0,79-19-1 0,60 0 0 0,99-19 0 0,89 0-2 0,-30 9 2 0,-69-1-1 0,-69 2 0 0,-40 9 3 0,-20 0 0 0,-20-10-1 0,-10 10 1 0,20 10-12 0,0 20-100 0</inkml:trace>
  <inkml:trace contextRef="#ctx0" brushRef="#br0">20628 6846 13 0,'-20'0'7'0,"10"0"-2"0,10 0 11 0,20 0-1 0,39-11-5 0,49 2-5 0,32-12-3 0,19 21-2 0,-20-9-1 0,-29-1-2 0,-32 10 5 0,-58-10 0 0,-59 10 0 0,-61 10 2 0,-19-10-1 0,-20 0-1 0,-9 0-2 0,28 10 1 0,21-10 0 0,60 9 0 0,19-9-1 0,30 0 2 0,49 0 2 0,60-19 0 0,30 9-3 0,-10 10-1 0,-20 0 2 0,-30 0-2 0,-48 0-2 0,-32 0 4 0,-18 0 0 0,-12-11-1 0,1 11 1 0,10 0-1 0,10 11-1 0,10-11-1 0,0 0 1 0,-10 10 0 0,0-10 0 0,0 0 0 0,10 0 0 0,-10 0-1 0,0 0 1 0,0 0 0 0,10 0 0 0,-10 0 0 0,0 0 0 0,0 0 1 0,0 0-1 0,11 0 0 0,-11 0 0 0,0-10 0 0,9 10-1 0,-18 0-14 0,9 10-1 0</inkml:trace>
  <inkml:trace contextRef="#ctx0" brushRef="#br0">16113 8384 29 0,'-10'0'4'0,"-39"-11"2"0,39 11-2 0,20 0 7 0,29 0 3 0,41-9-8 0,-11-1-3 0,-39 10-2 0,-40 0 0 0,-40 10 0 0,-39-1 0 0,10 12 1 0,39-21 4 0,40-10-1 0,20 10-4 0,39-11 1 0,-9 11-8 0,-30 11-73 0</inkml:trace>
  <inkml:trace contextRef="#ctx0" brushRef="#br0">15994 6657 23 0,'0'0'0'0,"-10"-21"44"0,10 21-34 0,10 0-6 0,30 0 1 0,29 11 1 0,20-11-2 0,-28 10-3 0,-42-10 0 0,-38 9 2 0,-61-9-1 0,-10 0 1 0,21 0 1 0,29 0-2 0,30 11 0 0,30-11-2 0,60 0 1 0,20 0 0 0,-32 0-1 0,-47 0 1 0,-52 0-1 0,-58 0-1 0,-10 0 2 0,39 0-1 0,50 0 1 0,20 0-1 0,60-20 0 0,19 10 0 0,-20 10 0 0,-49 0 0 0,-30 0 1 0,-38 0-2 0,-3 10 2 0,21-10-2 0,20 9 2 0,10-9-1 0,20 0 0 0,10 0-1 0,-10-9 2 0,-10 9-6 0,10-10-24 0,-20 10-45 0</inkml:trace>
  <inkml:trace contextRef="#ctx0" brushRef="#br0">16024 7491 16 0,'0'0'9'0,"-10"-21"10"0,50 12-4 0,29-1-7 0,10 10-6 0,-39 0-1 0,-40 0 1 0,-40 0 0 0,-29 0 2 0,19 0 1 0,21 0-1 0,29 0-1 0,29 0-2 0,41-11-1 0,-21 11 1 0,-29 0-1 0,-30 0-9 0,-19 11-60 0</inkml:trace>
  <inkml:trace contextRef="#ctx0" brushRef="#br0">16083 6022 60 0,'-59'-21'5'0,"29"21"-4"0,40-8-1 0,30-2 8 0,39 10 0 0,10-11-4 0,-39 11-3 0,-50 0 0 0,-70 11-1 0,-19-1 0 0,20-10 4 0,49 0 2 0,40-10-6 0,29-1 1 0,1 11-1 0,-30 0-27 0,-20 11-28 0</inkml:trace>
  <inkml:trace contextRef="#ctx0" brushRef="#br0">17492 5963 10 0,'0'0'13'0,"0"0"3"0,-28 0-5 0,7 0-1 0,21 0-1 0,10 0-4 0,29-10-3 0,31 10 3 0,-1 0-2 0,-19 0-1 0,-30 0-1 0,-30 0 2 0,-30 0-2 0,-20 10 0 0,20-10-1 0,21 0 1 0,38 0 0 0,31 0-1 0,10 9-46 0,-50-9 17 0</inkml:trace>
  <inkml:trace contextRef="#ctx0" brushRef="#br0">17621 6001 13 0,'-20'0'4'0,"-30"0"-3"0,22 0 6 0,17-8 9 0,11 8-9 0,30 0 2 0,19 0 1 0,11 0-6 0,-40 0-3 0,-30-10 2 0,-20 10-1 0,-10 0 2 0,-9 0 0 0,39-11 2 0,20 2-3 0,30 9-2 0,-12 20-43 0,-28-10 5 0</inkml:trace>
  <inkml:trace contextRef="#ctx0" brushRef="#br0">17403 6727 3 0,'0'0'8'0,"0"0"13"0,-10 0-13 0,10 0-7 0,0 0 0 0,0 0-2 0,0 0 2 0,0 0 2 0,0 9-1 0,0-9 0 0,0 0-1 0,0 11 3 0,0-11 8 0,0 0-10 0,0 0-31 0,10 0-5 0</inkml:trace>
  <inkml:trace contextRef="#ctx0" brushRef="#br0">18693 7580 22 0,'0'0'4'0,"-10"10"6"0,20-20 5 0,39-10-5 0,2 20-7 0,-23 0-3 0,-17 0 1 0,-11-10 0 0,-30 10 0 0,-20 0 0 0,21 0 3 0,19 0 1 0,31 0-7 0,17 0-65 0</inkml:trace>
  <inkml:trace contextRef="#ctx0" brushRef="#br0">19913 6706 1 0,'-10'0'8'0,"0"0"6"0,10-9-3 0,10-1-7 0,10 10-4 0,-10 0 0 0,10 0 1 0,-10 0 0 0,0 0 0 0,-10 0 0 0,-30 19 0 0,0-19 0 0,20 0 0 0,0 0-1 0,40 0-2 0,-20 0-38 0</inkml:trace>
  <inkml:trace contextRef="#ctx0" brushRef="#br0">21699 6369 10 0,'-10'-9'10'0,"10"-1"2"0,0 10-15 0,10 19-25 0</inkml:trace>
  <inkml:trace contextRef="#ctx0" brushRef="#br0">21630 7301 5 0,'0'0'4'0,"10"0"15"0,-10 0-19 0,0 0 1 0,0 0-6 0,10 0-4 0,-20 0 5 0,10-9 3 0,0 9 0 0</inkml:trace>
  <inkml:trace contextRef="#ctx0" brushRef="#br0">17125 8503 3 0,'0'0'2'0,"20"0"-3"0,-10 0 1 0,10 0 1 0,0 0 1 0,19 0-1 0,21 0-1 0,19 0 1 0,20-20 2 0,30 20 0 0,-10 0-4 0,1 10 1 0,-1 0-3 0,-9-10 3 0,28-10 2 0,10 10 0 0,-19 10-8 0,-9-1-3 0,-21-9 9 0,-9-9 12 0,18-1-9 0,11 10-3 0,-20 0-5 0,-9 0 5 0,-21 0 1 0,22 0-1 0,7 0 1 0,11 0-1 0,-10 0 3 0,-29 0 3 0,68 0-3 0,-88 0-2 0,-20 0 11 0,-30 0 11 0,0 0-16 0,0 10-14 0,10-10-47 0</inkml:trace>
  <inkml:trace contextRef="#ctx0" brushRef="#br0">20639 10696 1 0,'0'0'0'0,"0"0"11"0,0 0-1 0,0 0 2 0,-11 0 10 0,11 0-12 0,0 0-1 0,0 0-1 0,-10 0 4 0,10 0-5 0,0 0-2 0,0 0-3 0,10 0 0 0,19 0 0 0,21 0-2 0,-20-11 1 0,-1 11 1 0,-10-9 1 0,2 9-1 0,-11 0 0 0,-10 0 0 0,10 0-2 0,0 9-3 0,0-9-40 0,0 11-25 0</inkml:trace>
  <inkml:trace contextRef="#ctx0" brushRef="#br0">21124 10507 18 0,'10'-31'28'0,"0"12"6"0,-10 19-16 0,-10 40-7 0,-10 20-5 0,20 9-2 0,0-19-2 0,0-21 1 0,0-20 1 0,0 2 0 0,0-31-1 0,20 0-62 0,-10 11-7 0</inkml:trace>
  <inkml:trace contextRef="#ctx0" brushRef="#br0">20698 11460 20 0,'0'0'0'0,"-11"-30"32"0,1 30-8 0,-10 10-14 0,10 28-3 0,10 13-3 0,0-1-2 0,20-12 1 0,-10-8-1 0,20-9 0 0,-11-21 1 0,21-10-1 0,-21-20 2 0,-8-10 1 0,-22-9 1 0,2 19-2 0,-10-1-2 0,-12 2-2 0,3 20-15 0,17 18-95 0</inkml:trace>
  <inkml:trace contextRef="#ctx0" brushRef="#br0">20876 11518 44 0,'10'-9'26'0,"9"-22"10"0,-19 2-24 0,0 20-10 0,0 18-27 0,10 11-66 0</inkml:trace>
  <inkml:trace contextRef="#ctx0" brushRef="#br0">21193 11390 42 0,'0'0'3'0,"0"-20"34"0,-10 10-18 0,-10 40-17 0,40-1 1 0,40 21-4 0,19-1 0 0,-59 2 1 0,-29-12 6 0,-42-19-5 0,22-10-23 0,9-40-63 0</inkml:trace>
  <inkml:trace contextRef="#ctx0" brushRef="#br0">21243 11390 52 0,'10'0'6'0,"39"-41"22"0,1 3-14 0,9 28-16 0,-19 10-56 0,-40 0 26 0</inkml:trace>
  <inkml:trace contextRef="#ctx0" brushRef="#br0">20796 12392 37 0,'0'-20'14'0,"-11"20"7"0,-17 40-3 0,8 10-11 0,9-1-5 0,32-10-1 0,17-18 3 0,-7-21 1 0,-31 0-4 0,30-30 6 0,-10-20 1 0,-20 1-3 0,-30-1-2 0,0 20-2 0,0 30-21 0,20 19-84 0</inkml:trace>
  <inkml:trace contextRef="#ctx0" brushRef="#br0">21044 12451 89 0,'-10'-19'6'0,"20"-1"17"0,-10 0-17 0,10 20-7 0,10 20-48 0,-20-20-8 0</inkml:trace>
  <inkml:trace contextRef="#ctx0" brushRef="#br0">21282 12322 39 0,'0'-9'20'0,"-8"-1"6"0,-3 10-20 0,1 30-3 0,10-20-1 0,0 9-2 0,21 11 0 0,-3-10 0 0,12 10-2 0,-10-10 3 0,-10-2 3 0,-10 3 3 0,-10-11-4 0,-10-10-1 0,0 0-15 0,-19-10-59 0,39 10 48 0</inkml:trace>
  <inkml:trace contextRef="#ctx0" brushRef="#br0">21282 12322 36 0,'30'-40'36'0,"30"1"-10"0,-12 19-19 0,3 20-6 0,-21 0-17 0,-10 0-56 0,-20 10 55 0</inkml:trace>
  <inkml:trace contextRef="#ctx0" brushRef="#br0">21749 5586 5 0,'0'0'0'0,"0"0"2"0,-20 0 17 0,10 0 3 0,-10 0-6 0,10 0 0 0,0 0-7 0,10 0-3 0,20 0-3 0,40-40 0 0,49 0-4 0,40-9 5 0,19 9-6 0,1 0 2 0,-40 11 1 0,-40 9 3 0,-30 0-1 0,-28 0 2 0,-12 10-3 0,1-1 2 0,-10-8-5 0,-10 19-27 0,10 10-33 0,-10-1 30 0</inkml:trace>
  <inkml:trace contextRef="#ctx0" brushRef="#br0">22503 5229 9 0,'0'0'9'0,"-10"0"23"0,0 0-9 0,10 0-17 0,20 0-3 0,29 0-1 0,2-10-1 0,-12 10 1 0,-19 0 1 0,-1 0 0 0,11 0 1 0,-20 0-3 0,-10 10 1 0,0-10 2 0,-10 19-2 0,-11 0-3 0,12 11 2 0,-10 21-1 0,-1-12 1 0,0-9 2 0,-10 0 0 0,20-20-1 0,0-1-2 0,0 12 0 0,10-21 1 0,-10 0 0 0,10 0 0 0,-8 8-1 0,8-8 0 0,0 0 1 0,0 0-1 0,-11 0 0 0,11 0 1 0,0 0-1 0,0 0-25 0,11 0-12 0,-3 11-17 0</inkml:trace>
  <inkml:trace contextRef="#ctx0" brushRef="#br0">17314 6727 3 0,'-10'0'7'0,"10"0"8"0,-10-10-6 0,-10 10-1 0,10 0-1 0,10 0-3 0,10 0 1 0,20 0 2 0,39-11 1 0,1 11-5 0,-1 11-2 0,1-11 0 0,-11 0 0 0,-19 0 0 0,-20 0 1 0,-20 0 0 0,-30 0-1 0,-31 0-1 0,-17 10 0 0,-11-1 1 0,-1-9-1 0,21 11 0 0,29-11 0 0,30 0 0 0,10 0 0 0,40 0 1 0,49-20 4 0,20-1 1 0,-9 12-3 0,-51 9-1 0,-29 0-1 0,-20 0-2 0,-31 9-42 0,22 2-8 0</inkml:trace>
  <inkml:trace contextRef="#ctx0" brushRef="#br0">17820 6071 10 0,'10'-9'12'0,"-10"-1"1"0,0 10 2 0,0-10-3 0,-10 20 0 0,-10 0-8 0,0-1-1 0,-20 21 3 0,11-1-3 0,9 11 1 0,10-10-1 0,0 1 0 0,10-11-1 0,20-2-1 0,0-7-1 0,-11-1 1 0,1-1 0 0,0 2 0 0,0-1-4 0,-10-10-26 0,0 0-39 0</inkml:trace>
  <inkml:trace contextRef="#ctx0" brushRef="#br0">17889 6161 16 0,'0'0'7'0,"0"-10"-2"0,10 0 11 0,0 10-1 0,-10 0-2 0,-10 10 3 0,0 20-10 0,10 0-1 0,-10-10-2 0,10 0-1 0,0-11 0 0,0 0-1 0,0-9 0 0,0 0-54 0,10 0 13 0</inkml:trace>
  <inkml:trace contextRef="#ctx0" brushRef="#br0">17988 6042 6 0,'0'-11'7'0,"10"11"10"0,-10-9-2 0,10 9-9 0,-10 0-1 0,10 9 1 0,-10 2-3 0,10 18 0 0,-10 12-1 0,20 17 0 0,-10 3 0 0,-10-12 1 0,-20 1 0 0,0-20-1 0,-10-10 0 0,11 9 0 0,-1-19 1 0,10-10 0 0,0 0-1 0,10 10 1 0,0-10 0 0,0-10-11 0,0 10-72 0</inkml:trace>
  <inkml:trace contextRef="#ctx0" brushRef="#br0">13781 6666 19 0,'0'0'6'0,"0"0"-1"0,30 0 9 0,30-9-1 0,19 9-1 0,10-10-6 0,-29 10-3 0,-50-11 3 0,-30 3-2 0,-59 8-1 0,-11 19 0 0,1-19-1 0,49 10 1 0,40-20 0 0,50-1-1 0,49 3 0 0,10-2-1 0,-49 10 0 0,-50 0 0 0,-80 18 1 0,-49-7-1 0,0-1-1 0,40-10 0 0,49 0 2 0,50 0-1 0,58-10 0 0,52-1 1 0,-1 3 0 0,-69 8-1 0,-80 0 1 0,-79 19-1 0,-179 21-1 0,208-30 2 0,61-10-2 0,88-10 1 0,60-11 1 0,0 2-2 0,-60 8 1 0,-79 11 0 0,-79 21 0 0,-40-12 0 0,-10 2-2 0,79-1 2 0,59-20 0 0,71-20 0 0,30 11 0 0,-51 9-1 0,-49 10 1 0,-40 0-1 0,0 0 1 0,1 10-1 0,19-10 0 0,20 0 0 0,-10 8 0 0,0-8-1 0,10 21-24 0,-10-12-69 0</inkml:trace>
  <inkml:trace contextRef="#ctx0" brushRef="#br0">18693 6796 60 0,'-30'-20'5'0,"0"9"-4"0,20 11 6 0,0-8 10 0,20-2-8 0,40 10-2 0,19-20-1 0,-9 20-4 0,-30 0-1 0,-50-10 1 0,-40 10-1 0,-19-11 0 0,10 2 1 0,49-1 0 0,30 0 0 0,59 10-1 0,30-11 1 0,-29 22-3 0,-50-11 1 0,-60 10 2 0,-38-10-1 0,-23 10-1 0,42-10 2 0,39 0-1 0,50-10-2 0,39 10 2 0,20 0-1 0,-59 0 1 0,-30 0-2 0,-38 0 2 0,-43 10 0 0,22-10-1 0,59 0 0 0,49 0 1 0,21 0-1 0,-11 0-1 0,-38 0 2 0,-21 0-1 0,-21-10 0 0,1 10 2 0,10 0-4 0,10 0 3 0,10 0-2 0,-10 0 2 0,-10 0-1 0,2 0 0 0,8 0 1 0,0 0-1 0,0 0-1 0,0 0 1 0,8-10 1 0,-8 10-1 0,-8 10-118 0</inkml:trace>
  <inkml:trace contextRef="#ctx0" brushRef="#br0">15002 6636 45 0,'0'0'5'0,"0"0"0"0,0 0 15 0,40 0-3 0,29 0-11 0,-9 11-5 0,-21-1 0 0,-29-10 0 0,-40 9 1 0,-39-9-1 0,-10 0 1 0,-1 11 0 0,31-11 0 0,39 10-1 0,10-10 1 0,59 0 1 0,11-10-2 0,9-1 0 0,-39 11 0 0,-40 11 0 0,-60-11 0 0,-39 10 1 0,10 0-2 0,29-10 1 0,50 0 0 0,40 0-1 0,60-20 3 0,38 9-4 0,-29 2 2 0,-79 9-1 0,-49 0 2 0,-51 9-2 0,-9-9 1 0,49 0 1 0,50-9-2 0,60-12 0 0,19 3-1 0,-30 7 1 0,-59 11 1 0,0 0 0 0,-29 0-1 0,9 0 0 0,10 0 0 0,10 11-1 0,0 7-30 0,0 3-51 0</inkml:trace>
  <inkml:trace contextRef="#ctx0" brushRef="#br0">19953 6765 16 0,'0'0'6'0,"-30"-8"7"0,20-2 6 0,10 10-5 0,0 0-3 0,20 0-3 0,51-11-5 0,7 11 0 0,-38 0-2 0,-40 0 2 0,-59 0-2 0,-31 0 0 0,0 0 0 0,31 0 2 0,39 0-2 0,20 0 1 0,60 0-1 0,29 0-1 0,0 0 0 0,-40 11 0 0,-49-1 1 0,-28-10 0 0,-42 8-1 0,-10-8 2 0,11 11-2 0,49-11 1 0,20 0-1 0,40-11 0 0,29 3-1 0,2-2 1 0,-43 10 1 0,-18 0 0 0,-20 0-1 0,-10 0 1 0,1 0-2 0,9 0 2 0,10 0 0 0,0-11-1 0,0 11 1 0,10 0-2 0,1-9 1 0,-11 9 0 0,0 0 2 0,0 0-2 0,0-10-1 0,0 10 2 0,0 0-1 0,0 0 0 0,0 0 0 0,0 0-2 0,8 10-8 0,2-10-10 0,0 9-32 0</inkml:trace>
  <inkml:trace contextRef="#ctx0" brushRef="#br0">20866 8442 6 0,'-10'-9'14'0,"-10"9"-1"0,20 0-8 0,-20 0 7 0,0 0-2 0,9 9 1 0,-8 2-2 0,10-11-4 0,28 0-3 0,71 0 0 0,68-20 0 0,21 20 0 0,0 9-3 0,-40 2 5 0,-40-11-1 0,-40 0 0 0,-49 10-1 0,-30-10 0 0,-59 0-1 0,-60 9 1 0,-38 2 0 0,-3-11 1 0,41 10-1 0,50-10-1 0,69 0-2 0,40 0 2 0,59 0 0 0,100 0-3 0,30-10-2 0,-12 20 4 0,-58 0 1 0,-79-10-1 0,-60 0 7 0,-89-10-5 0,-50 10-1 0,-40-10 0 0,-9 10 4 0,9 0-3 0,40 10-1 0,70 0 0 0,59-10-1 0,69 0-1 0,70-20 1 0,60 9-3 0,30 2-2 0,-31 9 6 0,-89 0-2 0,-89-10 5 0,-70 10-3 0,-90 0-1 0,-37 0 3 0,-2 19 1 0,1 2-3 0,19-2 0 0,70-19-2 0,79 11 2 0,60-11-2 0,69 0 2 0,50-11-2 0,49 2-1 0,-18-1-1 0,-33 10 1 0,-67-10 2 0,-61 10 0 0,-19-11 2 0,-59 11-2 0,-61 0 0 0,-38 11 3 0,-21-1 0 0,-20 9-1 0,60-8-2 0,40-1 0 0,51-2-2 0,27-8 2 0,70-8 3 0,60-2-4 0,80-10 0 0,-11 0-3 0,-9 20 0 0,-40 0 6 0,-60 0-3 0,-29 0 1 0,-40 0 1 0,-30-11-1 0,-70 11 1 0,-30 11-2 0,-26-1 3 0,-24 0 2 0,11 10-2 0,30-10-2 0,39-2 1 0,51-8-2 0,89-8 0 0,39-13 2 0,109 2-3 0,-19 9-1 0,-10 10-1 0,-40 0 4 0,-50-11 0 0,-39 11 0 0,-20-9 1 0,-10 9-2 0,-10 0 2 0,0 0-1 0,0-10 1 0,0 20-2 0,9-10 1 0,-9-10 0 0,0 10 0 0,10 0 1 0,-10 0-2 0,0 10 2 0,-10-10-2 0,10 0 1 0,0 9 0 0,0 2-1 0,-9-11 3 0,9 0-2 0,-10 0-1 0,10 0 1 0,-10 0 1 0,10 0-1 0,0 0-1 0,0 10 1 0,0-10 0 0,0 10 0 0,0-10 0 0,0 0 0 0,10 0 0 0,0 0 0 0,-10 0 0 0,0 0 0 0,0 0 0 0,0 0 0 0,0 0 0 0,0 0 1 0,0-10-2 0,0 10 1 0,0 0 0 0,0 0 1 0,0 0-2 0,0 0 1 0,0 0 0 0,0 10 0 0,0-10 0 0,9 0 1 0,-9 0-2 0,0 0 1 0,0 0 0 0,0 9 0 0,0-9 0 0,0 0 0 0,0 0 0 0,0-9 0 0,0 9 0 0,0 9 0 0,0-18 0 0,0 9 1 0,0 0-2 0,0 0-2 0,0 0-13 0,0 9-45 0,0-9 28 0</inkml:trace>
  <inkml:trace contextRef="#ctx0" brushRef="#br0">22394 10586 2 0,'0'0'3'0,"0"-11"9"0,0 11-3 0,-10 0 3 0,10 0-1 0,10-8 6 0,0-2-2 0,-10-1-3 0,0 11-6 0,0 0-4 0,-10 0-1 0,10 0-1 0,-10 11 0 0,10-1 1 0,0-10-2 0,0 8 2 0,0 3 0 0,0-11-1 0,0 0 0 0,-10 0 1 0,10 0-1 0,0 0 1 0,-10 0-1 0,10 0 0 0,0 0 0 0,-10-11 0 0,0 11 1 0,10 0-1 0,0 0 1 0,-10 0-1 0,10 0 1 0,0 0 1 0,0 0 0 0,0 0 1 0,0 0 1 0,30 0-4 0,0 0 0 0,-10 0 0 0,-1 0 0 0,-9 0 0 0,0 0 1 0,0 0-1 0,-10 0 0 0,-20 0 2 0,-29 0-1 0,-1 11-1 0,0-1 1 0,11-10-1 0,19 10 1 0,10-10-1 0,10 0 0 0,40-10 0 0,29 10 0 0,1-10-1 0,-31-1 1 0,-9 11 0 0,-10 0 1 0,-20 0-1 0,-10 0 1 0,-30 11 0 0,-9-1 0 0,-11-10 0 0,11 10-1 0,29-10 0 0,30 0 0 0,49-10 0 0,11 0 0 0,-11 10-1 0,-29-11 1 0,-20 11 0 0,-10 0 1 0,-30 0-1 0,-29 0 1 0,-21 0 0 0,40 0 0 0,21 11-2 0,29-11 1 0,49 0 0 0,1-11-1 0,-1 11 1 0,-39 0 0 0,-10 0 0 0,-10 0 0 0,0 0 0 0,0 0-1 0,-20 0-43 0,20 11-34 0</inkml:trace>
  <inkml:trace contextRef="#ctx0" brushRef="#br0">22929 10467 4 0,'0'-10'19'0,"10"-1"4"0,-10 11-7 0,-10 11-7 0,-9-1-3 0,9 20 1 0,-10 30-3 0,0-11-1 0,20 1-3 0,10-1 0 0,20-19 2 0,9-21 0 0,-9-9 1 0,10-19 0 0,-10-10 0 0,-11-11 1 0,1 10 1 0,-10-21-1 0,0 13 0 0,-20-23-1 0,-10 23-1 0,-9 17 1 0,-1 2-3 0,0 29 0 0,0-1-2 0,10 20-21 0,1 22-54 0,19-41 54 0</inkml:trace>
  <inkml:trace contextRef="#ctx0" brushRef="#br0">23287 10557 34 0,'0'0'0'0,"-10"0"20"0,-10 29 8 0,10-9-16 0,10 0-4 0,0-20 0 0,10 0-1 0,-10 0 0 0,0-11 2 0,9 2-8 0,-18 9 1 0,9 9-2 0,30 2-16 0,-1-11-93 0</inkml:trace>
  <inkml:trace contextRef="#ctx0" brushRef="#br0">23465 10377 34 0,'0'0'10'0,"0"0"17"0,0 0-15 0,40 11-5 0,29-1-5 0,-9-10 3 0,-20-10 4 0,-30 10 3 0,-10 0-10 0,-30 50-1 0,10 19-1 0,10-1 1 0,0-7-1 0,0-1-5 0,-10-12-75 0,20-48 49 0</inkml:trace>
  <inkml:trace contextRef="#ctx0" brushRef="#br0">23406 10645 44 0,'0'-9'8'0,"29"-1"17"0,31-1-1 0,19 2-17 0,-9 9-4 0,-21-10-4 0,-9 10-34 0,-20 0-36 0</inkml:trace>
  <inkml:trace contextRef="#ctx0" brushRef="#br0">23912 10428 29 0,'0'0'4'0,"-11"-11"26"0,2 11-10 0,-1 11-15 0,10 7-1 0,10 12-1 0,-1-9-1 0,12 9-1 0,8-11 0 0,1-8 2 0,-20-1 0 0,0 9 0 0,-10-19-1 0,0 29 2 0,0 1 1 0,-10-9 0 0,-10-2-2 0,-10-19-1 0,1 0 0 0,-1 0-8 0,10-9-46 0,10-1-14 0</inkml:trace>
  <inkml:trace contextRef="#ctx0" brushRef="#br0">23901 10428 38 0,'0'0'11'0,"40"-40"25"0,40 10-13 0,-1 0-7 0,-19 20-14 0,-50 10-4 0,-20 10-106 0</inkml:trace>
  <inkml:trace contextRef="#ctx0" brushRef="#br0">22939 11301 4 0,'0'-10'4'0,"20"-10"16"0,-20-1 2 0,-10 21-6 0,0 0-6 0,-19 21-5 0,9 19-2 0,0 19-2 0,10 1 0 0,20-1 0 0,20-19 0 0,-10-21 0 0,19-19 2 0,1-19 0 0,-20-21 1 0,19-19 1 0,-29-11 0 0,0 1 0 0,-39 19-1 0,-21 19-4 0,-10 31-1 0,31 51-31 0,29-1-50 0</inkml:trace>
  <inkml:trace contextRef="#ctx0" brushRef="#br0">23207 11360 30 0,'10'-11'9'0,"0"11"12"0,-10 0 2 0,0 11-15 0,0-11 1 0,0 0-1 0,-20 30-5 0,10-10-1 0,10-11 0 0,30-18 1 0,-19-11-4 0,-2 9-32 0,-18 22-40 0</inkml:trace>
  <inkml:trace contextRef="#ctx0" brushRef="#br0">23495 11202 26 0,'0'-10'23'0,"0"-10"9"0,-10 10-20 0,-10 20-10 0,10 28 0 0,10-7-1 0,0-11 0 0,10-10 0 0,20 10 0 0,20 9-1 0,-31-9-1 0,1 10 1 0,0 0 1 0,-20 0 7 0,-20-11 1 0,-19-8-4 0,-1-2 0 0,10-9-1 0,20 0 0 0,0 0-3 0,10-9-2 0,10 9-31 0,-10 0-37 0,10 0 36 0</inkml:trace>
  <inkml:trace contextRef="#ctx0" brushRef="#br0">23515 11202 55 0,'-10'-21'30'0,"20"2"-9"0,30-11-12 0,59 9-7 0,-20 12 0 0,-39 9 3 0,-30-10-1 0,-10-1-107 0</inkml:trace>
  <inkml:trace contextRef="#ctx0" brushRef="#br0">22771 12065 0 0,'0'0'0'0,"10"-11"1"0,0 11 3 0,-1-9 6 0,-9-1 2 0,10 0 6 0,-10-1-2 0,0 2-4 0,-19 18-6 0,-11 22-1 0,0 28-4 0,10 11 0 0,10-1-1 0,30-19 2 0,30-21-1 0,-1-29 2 0,1-49 2 0,-30-30 3 0,-10-20-1 0,-30 29-4 0,-20 40-2 0,-9 19-5 0,29 41-54 0,20-19 15 0</inkml:trace>
  <inkml:trace contextRef="#ctx0" brushRef="#br0">23148 12153 58 0,'0'-9'11'0,"10"-11"24"0,-10 0-16 0,0 11-16 0,10 9-24 0,29 29-68 0</inkml:trace>
  <inkml:trace contextRef="#ctx0" brushRef="#br0">23515 11995 25 0,'0'0'4'0,"0"-20"30"0,-10 0-12 0,-30 31-16 0,20 18-2 0,20 1-4 0,10-1-1 0,10 1 0 0,0 10 1 0,10-11-1 0,9 1-1 0,-9 10 1 0,-20-11 5 0,-10-8 6 0,-30-21-4 0,-9 9-3 0,-21 2-7 0,1-11-58 0,39 0 18 0</inkml:trace>
  <inkml:trace contextRef="#ctx0" brushRef="#br0">23406 12025 51 0,'20'0'3'0,"29"-41"23"0,60 12-13 0,0 0-53 0,-89 29-3 0</inkml:trace>
  <inkml:trace contextRef="#ctx0" brushRef="#br0">24567 10567 1 0,'0'0'1'0,"9"0"21"0,-9-10-5 0,0 10-1 0,0-11-1 0,0 11-2 0,-9 0-3 0,9 0-4 0,-10 0-4 0,10 0-1 0,0 0-1 0,19 0-1 0,31 11-1 0,-10-11 1 0,-10 0 2 0,-21 0 2 0,1 0-2 0,-10 0-20 0,0-11-43 0,10 11 38 0</inkml:trace>
  <inkml:trace contextRef="#ctx0" brushRef="#br0">24894 10487 10 0,'0'0'1'0,"10"0"18"0,-10-11 5 0,0 11-17 0,0 0 3 0,0 11-4 0,-10-1-3 0,10 0 0 0,0-1-1 0,0-9 1 0,0 0 3 0,0 0-3 0,0 0-2 0,0-9 0 0,0 9 1 0,0 0-1 0,0 0 1 0,0 0 0 0,-10 0-1 0,0 9 0 0,0 12-1 0,0-1 1 0,0 9-1 0,0 0-1 0,10 1 0 0,10-9 1 0,20-11 1 0,0-10-1 0,0-10 0 0,-10-11 2 0,-1-9 3 0,-9-10-2 0,-10 11 0 0,-10-10-10 0,-9 29-57 0,-1 10 14 0</inkml:trace>
  <inkml:trace contextRef="#ctx0" brushRef="#br0">25043 10586 21 0,'0'0'11'0,"0"-11"14"0,10 3-14 0,0-13-46 0,0 21 2 0</inkml:trace>
  <inkml:trace contextRef="#ctx0" brushRef="#br0">25182 10516 17 0,'0'0'12'0,"-11"-9"12"0,11 9-15 0,31 9-7 0,18 21 0 0,-9 10 3 0,-40-11-2 0,-20 12-17 0,-10-21-45 0</inkml:trace>
  <inkml:trace contextRef="#ctx0" brushRef="#br0">25230 10497 23 0,'11'0'7'0,"39"-10"2"0,29-10-11 0,-59 10-4 0</inkml:trace>
  <inkml:trace contextRef="#ctx0" brushRef="#br0">24309 11360 2 0,'0'0'5'0,"0"0"10"0,10-11 1 0,-10 2-1 0,0-11 12 0,0 20-21 0,0 0-4 0,0 0 0 0,0 0 5 0,9 0-5 0,-9-9-1 0,0 9 0 0,-9 0 0 0,9 0-1 0,0 0 0 0,0 0 0 0,0 0 1 0,0 0-2 0,0 0 1 0,0 0 1 0,0 9-1 0,0-9 0 0,0 0 0 0,0 0 0 0,-10 0 0 0,10 0 0 0,0 0 1 0,0 0-1 0,0 0 0 0,0 0 1 0,0 0 0 0,-10 0-2 0,10 0 2 0,0 0-2 0,0 0 2 0,0 0-1 0,0 0 0 0,0 0 1 0,0 0-2 0,0 0 2 0,-10 0 0 0,10 0-2 0,0 0 2 0,0 0-1 0,0 11 0 0,0-11 0 0,0 0 0 0,0 0 0 0,0 0 0 0,0 0 0 0,0 0 0 0,0 9 0 0,0-9 1 0,0-9-1 0,-10 9 0 0,10 0 0 0,0 0 0 0,0 0 0 0,0 0 0 0,0 9 0 0,0-9 0 0,0-9 1 0,0 9-1 0,0 0 0 0,0 0 0 0,0 0 0 0,0 0 0 0,-10 0 0 0,10 0 0 0,0 0 0 0,0 0 0 0,0 0 0 0,0 0 0 0,0 0 0 0,0 0 0 0,0 0 0 0,0 0 0 0,0-11 0 0,0 11 0 0,0 11 0 0,0-11 0 0,0-11-9 0,0 11-10 0,-10 11-37 0,10-11 33 0</inkml:trace>
  <inkml:trace contextRef="#ctx0" brushRef="#br0">24279 11331 2 0,'10'0'11'0,"-10"-11"10"0,0 11 0 0,0-9-7 0,0 9-7 0,20 0-4 0,29 0-3 0,11 0 0 0,-11 0 1 0,-8 0-2 0,-2 0-5 0,-10 0-32 0,-19 0 3 0</inkml:trace>
  <inkml:trace contextRef="#ctx0" brushRef="#br0">24449 11181 19 0,'0'0'16'0,"-21"11"25"0,11 38-37 0,0 11-5 0,10-1-1 0,0-9-21 0,0-11-31 0</inkml:trace>
  <inkml:trace contextRef="#ctx0" brushRef="#br0">24785 11340 7 0,'0'0'3'0,"10"0"35"0,-10-9-9 0,0 9-20 0,0-11-7 0,0 11-19 0,0 0-54 0</inkml:trace>
  <inkml:trace contextRef="#ctx0" brushRef="#br0">24963 11291 1 0,'0'0'0'0,"0"-11"11"0,10-8 10 0,0-11-8 0,0 20-8 0,-10 10-1 0,10 29-2 0,-10 22-1 0,-10-3 0 0,-10 3 2 0,-9-11-1 0,-1-20 1 0,10-11 1 0,10 0-1 0,10-9 1 0,0 0-4 0,20 0 0 0,10 0-1 0,-1-9 1 0,11 9-1 0,-10 9-12 0,-10-9-41 0,-10 0 46 0</inkml:trace>
  <inkml:trace contextRef="#ctx0" brushRef="#br0">25202 11331 11 0,'0'9'5'0,"9"0"8"0,31 32-4 0,0-1-7 0,-10-10-3 0,-50-12-32 0,10-18 28 0</inkml:trace>
  <inkml:trace contextRef="#ctx0" brushRef="#br0">25331 11291 9 0,'0'0'0'0,"19"0"9"0,21-11-3 0,-40 11-5 0</inkml:trace>
  <inkml:trace contextRef="#ctx0" brushRef="#br0">24398 12194 6 0,'0'0'4'0,"10"-11"8"0,-10 11 4 0,0-9-13 0,0 18 11 0,0-9-5 0,10 0 0 0,-10 0-5 0,0 0 1 0,-10 0-2 0,10 0-2 0,0-9-16 0,10 9-56 0</inkml:trace>
  <inkml:trace contextRef="#ctx0" brushRef="#br0">24656 12084 2 0,'0'0'0'0,"0"-9"17"0,0-12 5 0,0 2-13 0,10-2-6 0,20 21 5 0,-1 0-4 0,-9 21-5 0,-10-2 3 0,0 22 2 0,-40-2-6 0,-9 1 1 0,-11-10 6 0,-1-1 0 0,23-10-3 0,8-8 1 0,30-11-3 0,28-11-2 0,13 11 3 0,-1 0 7 0,-31 0-9 0,-19 0-36 0,0 11-14 0</inkml:trace>
  <inkml:trace contextRef="#ctx0" brushRef="#br0">24904 12095 4 0,'0'0'3'0,"0"0"12"0,0-11 6 0,-10 11-13 0,10 11-2 0,0 18-2 0,20 0 2 0,-20 12-3 0,0-2 1 0,-20-20-35 0,10 2-12 0</inkml:trace>
  <inkml:trace contextRef="#ctx0" brushRef="#br0">24904 12084 28 0,'0'0'6'0,"20"-9"12"0,19-12-7 0,61-8-73 0</inkml:trace>
  <inkml:trace contextRef="#ctx0" brushRef="#br0">23049 5457 52 0,'0'-61'45'0,"9"2"-10"0,1 30-10 0,0 29-15 0,-20 50-3 0,0 39-2 0,10-20-1 0,0-9-1 0,0-31 0 0,10-9-1 0,-10-20 5 0,0-20-4 0,-10-20-3 0,1 1 2 0,9-10-2 0,-10-11 1 0,0-20-1 0,10 10 1 0,20-8-1 0,19 28 1 0,11 1 2 0,9 39-2 0,-9 40-3 0,-31 28 1 0,-28 3 0 0,-51-12 1 0,11-19 0 0,19-30 0 0,20 10-2 0,10 38 2 0,40 33 0 0,19 7 1 0,0-37-1 0,-28-32 3 0,-3-19-3 0,-17-19-1 0,-11 19-32 0,-20 59-107 0</inkml:trace>
  <inkml:trace contextRef="#ctx0" brushRef="#br0">23049 6290 65 0,'0'0'0'0,"0"-69"63"0,9 48-40 0,-9 61-8 0,-9 19-2 0,-11 22-6 0,0-32-2 0,10-19-2 0,10-21 0 0,-10-9 2 0,0-9-3 0,10-31-1 0,0-10 0 0,10-20-1 0,0-8 1 0,20-13 0 0,9 23-1 0,1 37-1 0,0 52 2 0,-9 19-1 0,-52 9-1 0,-39-9 0 0,1 0 2 0,29-40-2 0,40 0 1 0,20 59-1 0,-1 11 0 0,11-1 0 0,-10-39 2 0,9-20 0 0,21-40-13 0,-20 20-66 0,-30 10-7 0</inkml:trace>
  <inkml:trace contextRef="#ctx0" brushRef="#br0">23019 7054 105 0,'-10'-30'27'0,"-10"30"-2"0,10 60-14 0,0 9 1 0,0-20-5 0,20-18-4 0,-10-22 0 0,0-9 4 0,0-9-5 0,0-31-1 0,0 10 0 0,0-30 0 0,0-10-1 0,10 2 1 0,30-11-1 0,-1 9-1 0,-9 19 2 0,-10 13-1 0,10 28 0 0,0 10 1 0,-11 19-2 0,-9 31 0 0,-20-10 2 0,-29-10 0 0,-11 0-2 0,1-12 1 0,9-7 0 0,20-1 0 0,10-10 1 0,0 0-1 0,10 0 0 0,20 0 0 0,40 9 0 0,-1 22-1 0,-9-1 3 0,-1 29-2 0,-18-10-1 0,8-9 4 0,0-30-3 0,-9-20 3 0,10-9-1 0,-20-11 0 0,-20 20-2 0,0-20-19 0,-10 20-130 0</inkml:trace>
  <inkml:trace contextRef="#ctx0" brushRef="#br0">22999 7987 48 0,'-10'-40'32'0,"20"10"-2"0,0 19-1 0,0 22-12 0,-10 59-3 0,-30 18-5 0,10-18-3 0,0-30 0 0,20-21-3 0,0-19-3 0,10-19-41 0,10-1-78 0</inkml:trace>
  <inkml:trace contextRef="#ctx0" brushRef="#br0">23039 7906 24 0,'0'0'0'0,"0"-8"30"0,-10-2 5 0,0-10-5 0,0 10-6 0,10 0-6 0,0-1-6 0,-10 2-5 0,10-12-2 0,-10 2 0 0,10 9-2 0,0-9 0 0,20-11-1 0,10 0-1 0,-11 10 1 0,11 0-1 0,-10 0 0 0,20 20-1 0,-9 29 0 0,-13 2 1 0,2 19 0 0,-20-1 1 0,-20 1 1 0,-9-10-2 0,-11-1 1 0,10-9 0 0,0-11-2 0,11-8 2 0,19-11-2 0,-10-11 0 0,20 2 2 0,19-11-2 0,11 0 0 0,0 20 0 0,-1 0 1 0,2 30-1 0,-22 10-1 0,-10 19 1 0,-18-10 1 0,-21-9-1 0,-18-11 1 0,-13-8 0 0,11-21 2 0,1 0 1 0,19 0-2 0,20 0-2 0,0 0-27 0,40 9-150 0</inkml:trace>
  <inkml:trace contextRef="#ctx0" brushRef="#br0">9842 13453 17 0,'-9'0'22'0,"9"-9"-4"0,-10-1 0 0,10 10 4 0,0-11-2 0,0 2-4 0,10 18-2 0,-1 2-11 0,1 8-1 0,11 12 0 0,-12 7 0 0,10 3-1 0,-8-12-1 0,-1-8 1 0,0-21 1 0,20-21 2 0,19-49-1 0,100-48 2 0,-109 79-3 0,-11 9 0 0,-19 19 1 0,0 2-1 0,0-1-1 0,0 0-4 0,0-10-37 0,0 20-71 0</inkml:trace>
  <inkml:trace contextRef="#ctx0" brushRef="#br0">9733 13592 37 0,'0'0'7'0,"-19"-9"39"0,19 9-22 0,-10-10-9 0,20 20-4 0,9 10-7 0,1 19-3 0,0-9 1 0,10 0-5 0,-10 0 3 0,9-1 0 0,1-19 0 0,-11 0 2 0,22-41 1 0,8-7 0 0,21-32 4 0,9-9-3 0,10-10-3 0,-19 9 0 0,-20 21 0 0,-1 19 1 0,-29 10 2 0,-10 19 1 0,-10 2-2 0,0 9-3 0,21-9-60 0,-21 9-28 0</inkml:trace>
  <inkml:trace contextRef="#ctx0" brushRef="#br0">21134 5179 1 0,'-10'0'1'0,"0"30"16"0,10-10 1 0,-10-1 1 0,0 0-7 0,10 2 0 0,-10-51 12 0,10-19-20 0,10-32 0 0,20-7-5 0,9-31 2 0,31 10-2 0,-1 10 2 0,-19 18-1 0,-1 12 3 0,1-1-3 0,10 22 2 0,-21 8-1 0,-29 29 1 0,-10 2-1 0,0-1 1 0,-30 20-1 0,-9-1 0 0,-11 2 1 0,1 9-1 0,9-11-2 0,0 12 1 0,20-21 0 0,10 0 1 0,30-21-2 0,39-19 1 0,11 31 0 0,-20-1 0 0,-10 29-1 0,-21 12 1 0,-9 8 3 0,-20 1 0 0,-9 0-2 0,-1 0 0 0,10-11-9 0,20-19-68 0,0-10 28 0</inkml:trace>
  <inkml:trace contextRef="#ctx0" brushRef="#br0">21957 4067 38 0,'0'0'0'0,"-10"-9"8"0,31-22 3 0,-12 12-2 0,1-11-4 0,-10 1 1 0,-10 8-1 0,-20 2-1 0,10-1-1 0,-19 20-1 0,9 9 1 0,0 12-1 0,0 28 1 0,11 10 1 0,-1 10-2 0,10-8 0 0,10-22-1 0,10-18-1 0,10-21 2 0,19-40 0 0,1-11-2 0,-10 3 0 0,-1 28 3 0,-9 29 1 0,0 20 0 0,-9 1 0 0,-2-9-1 0,-9 19-3 0,0-31-36 0,19 2-53 0</inkml:trace>
  <inkml:trace contextRef="#ctx0" brushRef="#br0">22185 3919 35 0,'0'0'11'0,"0"-40"16"0,0 30-4 0,-29 50-7 0,9 29-10 0,20 1-5 0,10-30 1 0,19-21-1 0,11-30 1 0,20-37 0 0,9-32 0 0,-9-9-2 0,-31 9 2 0,-9-8-2 0,-10-2 2 0,-20 30-1 0,0 30 1 0,-10 21 0 0,1 48 1 0,-1 41-2 0,20 8 1 0,20-7-1 0,9-12-1 0,1-29 1 0,0-40 3 0,21-21-3 0,-3-48 0 0,-9 20 1 0,-8 19 0 0,-22 30 2 0,-9 20 3 0,0 20-2 0,19-1-3 0,-8-9 1 0,9-11-15 0,-10-8-46 0,10-51-39 0</inkml:trace>
  <inkml:trace contextRef="#ctx0" brushRef="#br0">22721 3561 35 0,'0'-19'30'0,"0"-1"-17"0,30 0-14 0,-20 20-66 0</inkml:trace>
  <inkml:trace contextRef="#ctx0" brushRef="#br0">22235 3681 70 0,'-10'-21'7'0,"60"-28"14"0,59-20-15 0,20 18-31 0,-90 51-38 0</inkml:trace>
  <inkml:trace contextRef="#ctx0" brushRef="#br0">22830 3630 51 0,'0'0'0'0,"-10"-9"33"0,40 39-12 0,-20 30-5 0,20-1-9 0,9-49 0 0,1-31 5 0,10-47-6 0,-40-22-1 0,0 41-4 0,0 39-29 0,9 40-94 0</inkml:trace>
  <inkml:trace contextRef="#ctx0" brushRef="#br0">23257 3711 19 0,'0'-11'2'0,"20"-18"2"0,0-1 12 0,-11-10-6 0,1 21 3 0,-20-2 1 0,1 2-6 0,-11 8-2 0,0 11-5 0,-10 11 4 0,10 8 0 0,0 10-1 0,-9 22-3 0,19 8-1 0,0-19 0 0,10-21 2 0,0-8 0 0,30-52 3 0,-1 12-4 0,12 20 3 0,-32 29 1 0,10-2-3 0,12 3 1 0,18-42-2 0,11-17 3 0,-21-12-3 0,1-49 1 0,-30-30 1 0,-10 9-5 0,0 50 1 0,-20 32 0 0,10 28 0 0,-20 20 0 0,21 59 0 0,-1 20 1 0,10 11 0 0,10-31 0 0,19 1 0 0,1-31 1 0,10-39-1 0,9-31 2 0,1-28-3 0,0 0 1 0,-21 40 1 0,-19 19 2 0,-10 19 1 0,0 0-3 0,10 2 0 0,30-21-1 0,0-21 1 0,-1-17-1 0,-19 17 0 0,-9 21-1 0,-11 21 1 0,19 8 0 0,21-29 1 0,-12-10-1 0,-7-30 2 0,-31 0 2 0,-20 21-4 0,-29 19 0 0,29 30-3 0,20-20 3 0,41-10 0 0,28-40 1 0,0 10-3 0,-29 20 0 0,0 30 19 0,-1 0-18 0,11-20-1 0,0-20-5 0,-10-19 2 0,-21 18 4 0,1 21-65 0,-10 0-6 0</inkml:trace>
  <inkml:trace contextRef="#ctx0" brushRef="#br0">23455 3263 48 0,'-69'11'22'0,"8"8"6"0,72-38-14 0,88-32-9 0,40-8-48 0,-59 30-20 0</inkml:trace>
  <inkml:trace contextRef="#ctx0" brushRef="#br0">24646 2768 20 0,'-10'0'13'0,"0"-11"2"0,-10-8 3 0,-10 19-8 0,-10 10 2 0,21 39-2 0,-1 10-2 0,10 22-3 0,10 7-1 0,21-8-4 0,28 0 1 0,-11-2 1 0,-7-27 9 0,-41-12 1 0,-49-9-3 0,-21-10-46 0,31-20-66 0</inkml:trace>
  <inkml:trace contextRef="#ctx0" brushRef="#br0">24428 3025 20 0,'0'0'7'0,"10"-9"-4"0,1-1 16 0,27-10-9 0,2 0-6 0,9 1 4 0,-9-2-4 0,0 12 0 0,-20 9 1 0,29 0 4 0,1 0-3 0,-20 0 0 0,-20 0 0 0,-10-10-4 0,10-10-2 0,-1-11 1 0,11 1 4 0,-10 12-3 0,-10 18 0 0,10 18 3 0,-10 3-1 0,0-1 0 0,0-10-2 0,10-10-1 0,10-30-3 0,0 9 1 0,0 13 0 0,-1 8 1 0,1 19-2 0,20 0-18 0,-20-19-71 0,-10-9 71 0</inkml:trace>
  <inkml:trace contextRef="#ctx0" brushRef="#br0">22741 2588 23 0,'0'-9'6'0,"40"-20"9"0,-21-1 6 0,-9 20-2 0,-10 0-5 0,0-1-7 0,0 2-3 0,10 9 2 0,-30 0-2 0,-9 20 0 0,-21 30-1 0,10-21-4 0,21 11-2 0,19-10 3 0,19-10 2 0,21 9 3 0,30 11-5 0,9 0-1 0,-39-21 3 0,-30 2 2 0,-60-2 4 0,-10-9-6 0,21-10 0 0,29-10-23 0,30-9-62 0,-10 9 52 0</inkml:trace>
  <inkml:trace contextRef="#ctx0" brushRef="#br0">23049 2430 27 0,'0'-19'8'0,"29"-51"27"0,-19 49-5 0,-10 72-14 0,0 67-5 0,20 2-7 0,0-21 0 0,0-19-45 0,-10-60-32 0</inkml:trace>
  <inkml:trace contextRef="#ctx0" brushRef="#br0">22959 2609 39 0,'0'0'0'0,"-10"-10"22"0,60-10-5 0,39 0-9 0,50 1-8 0,0-1-1 0,-60 10 2 0,-39-11 0 0,-10 2 1 0,-20-1 4 0,-10 0 2 0,-10 1-1 0,-20 19 0 0,0 39-4 0,20 11-1 0,30-21-2 0,10-18 3 0,39-1-5 0,11-31 0 0,-11-19 0 0,-29-8 2 0,-10-3 3 0,-30 21 6 0,0 21-4 0,0 9-4 0,0 50 2 0,0 29 0 0,10 11 2 0,11-21-3 0,-13-19 1 0,-8-21 1 0,0-20 2 0,0-47-5 0,-8-42-1 0,-3-49-1 0,-9-10 2 0,10 50-3 0,40 58-2 0,29 52 1 0,-29 39 1 0,-21-11 3 0,-37-19-7 0,-13-10-83 0,41-20 34 0</inkml:trace>
  <inkml:trace contextRef="#ctx0" brushRef="#br0">23981 2261 40 0,'0'-9'5'0,"0"-1"-6"0,-10 20-41 0</inkml:trace>
  <inkml:trace contextRef="#ctx0" brushRef="#br0">22503 3223 43 0,'-70'31'16'0,"31"-11"12"0,49-40 1 0,109-49-17 0,129-31-1 0,69-19-8 0,-9 20-2 0,-110 40-5 0,-19 8 1 0,-79 21 1 0,-41 11 1 0,-31 19 2 0,-28 0-27 0,-38 30-70 0</inkml:trace>
  <inkml:trace contextRef="#ctx0" brushRef="#br0">22612 3263 13 0,'0'0'0'0,"-89"30"17"0,39 1 1 0,20-22 1 0,20-9-1 0,30-19-4 0,50-21 0 0,69-20-6 0,59-9-1 0,40 0-6 0,0-12-2 0,-69 33 3 0,10-22-6 0,-41 19 1 0,-48 33 1 0,-31 7 5 0,-39 2 8 0,-10 9-2 0,-10-10-2 0,-20 10-4 0,-10 10-23 0,-9-1-101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16093 10775 22 0,'0'-20'17'0,"0"20"-13"0,0-11 18 0,-10-8-3 0,0 19-11 0,-9 0-2 0,-11 10-3 0,-10 10 0 0,-19 20-1 0,-1-1-1 0,10 1 0 0,21-1-1 0,9 1 1 0,10-11-1 0,10 12 0 0,10-12 0 0,20 11 0 0,-1 0 0 0,1 20-1 0,-20-2 1 0,10 3 0 0,-20-2 1 0,0 11 0 0,-10-21 0 0,0 1 0 0,-20-1 1 0,1 1-1 0,-1-10 1 0,0 9-2 0,10-9 0 0,-1-21 1 0,21 2-1 0,0-12 0 0,11 2 0 0,19-1 1 0,10 9-1 0,-1 10-1 0,-9 12 1 0,0 8-1 0,-20 11 0 0,0 9 0 0,-10 21 0 0,-10-2 0 0,0 2 1 0,-10 0 0 0,0-2-1 0,-10 22 1 0,21-11-1 0,18-49 2 0,31-10 0 0,89-11 1 0,-89-29 0 0,-30 0 1 0,0-10-10 0,-10-9-90 0</inkml:trace>
  <inkml:trace contextRef="#ctx0" brushRef="#br0">15746 12243 8 0,'20'-10'9'0,"10"-9"14"0,-11-1-8 0,1 9-1 0,-10 2 3 0,-30 9-8 0,-9 9-3 0,-31 12-2 0,-9 18-2 0,-21 0-1 0,-19 12-2 0,-30-3 1 0,-19-8-1 0,-2 1 3 0,22-2 0 0,-1 1-1 0,20 0 0 0,40-11 0 0,19-9-1 0,30-10 1 0,19-10 0 0,11-10 0 0,0-19-1 0,31-11 1 0,-1-1-1 0,0 1 0 0,-1 11 0 0,-9-1 0 0,-10 11 1 0,-10 9-1 0,0 10 0 0,-20 10 0 0,0 9 0 0,-19 11 0 0,-1 10 0 0,9 10 0 0,3-10 0 0,8-2 0 0,0-8 0 0,10-19 0 0,10 9 0 0,0-20 1 0,40 9-1 0,9 2 0 0,11-1 0 0,-21-1 0 0,-19 2 0 0,-10-11 0 0,-10 0 0 0,0 9-9 0,-20 0-96 0</inkml:trace>
  <inkml:trace contextRef="#ctx0" brushRef="#br0">6499 12898 17 0,'0'-11'17'0,"-10"-8"21"0,0 0-18 0,10 19-13 0,10 0-4 0,0 9 2 0,-10 11-1 0,0 19-1 0,10 1-1 0,0-11-2 0,10-8-1 0,9-21 3 0,11-29 0 0,0-1-2 0,-21-1 1 0,-9 12-1 0,0-11 1 0,1 11-1 0,-11-1 1 0,0 20-1 0,0 0 1 0,0 10-1 0,0 19 0 0,0 11-1 0,0 20 0 0,9 19-1 0,-9 10 2 0,0 0-1 0,-9-9-1 0,-2-2 0 0,1-17 1 0,-9-21 0 0,0 9 1 0,8-30 1 0,-9-19 1 0,0 0 1 0,10-59 0 0,10 0 0 0,0-1-1 0,30 1 0 0,10 9-1 0,10 10-1 0,-11 0 1 0,-9 21-2 0,-10-21-24 0,-1-9-73 0</inkml:trace>
  <inkml:trace contextRef="#ctx0" brushRef="#br0">6529 12480 40 0,'-10'-8'23'0,"-10"16"8"0,0 23-19 0,0 8-4 0,10 1-4 0,0-11 0 0,0-29-2 0,10 0 3 0,0-29-4 0,30-11 0 0,-10 1-1 0,0 0 1 0,0-1 1 0,0 20 3 0,-11 10-4 0,1 20 2 0,10 20-4 0,10 19 3 0,-10-9-2 0,0-21 2 0,-10 2-3 0,-1-11-47 0,1-10-31 0</inkml:trace>
  <inkml:trace contextRef="#ctx0" brushRef="#br0">7223 12948 6 0,'-10'-10'9'0,"0"0"10"0,10 10-1 0,-10 0 1 0,10 0-4 0,0 0-7 0,0 0-4 0,20 0-2 0,20 0-1 0,0-11 0 0,-21 2-1 0,2 9 1 0,-12 0-2 0,1-10-13 0,-1 10-22 0,-9 10-16 0</inkml:trace>
  <inkml:trace contextRef="#ctx0" brushRef="#br0">7213 13067 12 0,'-20'0'27'0,"20"10"-2"0,20-10-11 0,10 0-5 0,20 0-3 0,-10 0-2 0,-1-21-3 0,-9 12 1 0,-30 9-2 0,0 9-55 0,0-9 14 0</inkml:trace>
  <inkml:trace contextRef="#ctx0" brushRef="#br0">7947 12957 15 0,'-10'-9'15'0,"1"9"15"0,-1 0-14 0,10 0-6 0,0 0-4 0,0 9-1 0,0-9 0 0,10 11-1 0,9-11-1 0,11 10-2 0,20-10-1 0,-20 8 0 0,-11 3 1 0,1-11 0 0,-10-11 1 0,0 3-1 0,0 8-1 0,0 8-80 0,-10-8 52 0</inkml:trace>
  <inkml:trace contextRef="#ctx0" brushRef="#br0">8404 12769 14 0,'0'0'6'0,"-10"-21"25"0,10 12-10 0,10 0-8 0,-10-2-4 0,10 11-4 0,-10 20 0 0,0 40-2 0,-10 19-1 0,10 0-4 0,-10 11 3 0,10-30 3 0,0-21-1 0,0-19 0 0,0-10-1 0,0-10 0 0,10-21 0 0,-10 12-19 0,-10 9-86 0</inkml:trace>
  <inkml:trace contextRef="#ctx0" brushRef="#br0">8801 12978 4 0,'0'0'2'0,"-20"0"12"0,20 0-10 0,-10 0-2 0,10 0 7 0,0 0 7 0,0 0 3 0,0 0-4 0,0-10-6 0,0 10-6 0,20 0-1 0,19 0 2 0,11-11 0 0,10 2-3 0,-11 9 1 0,-19 0 0 0,0-10 0 0,0 10-1 0,-11 0 0 0,-9-10 0 0,0 10-12 0,0 0-29 0,-10 0-25 0</inkml:trace>
  <inkml:trace contextRef="#ctx0" brushRef="#br0">8959 12788 13 0,'0'-9'15'0,"-9"-1"20"0,18 40-10 0,-9 49-14 0,0 29-5 0,0-17-1 0,10-32-1 0,-10-29-1 0,10-11-1 0,-10-28 0 0,0-1-41 0,0-1-37 0</inkml:trace>
  <inkml:trace contextRef="#ctx0" brushRef="#br0">9406 12818 18 0,'0'-19'21'0,"0"-1"11"0,-10 10-14 0,10 10-6 0,-10 19-6 0,0 42-2 0,0 7-3 0,20-7-1 0,10-12-1 0,10-9 5 0,9-21-2 0,-9-28 0 0,0-21-3 0,-10-20 3 0,0 1 1 0,-20-21-1 0,0 1 3 0,-40 8-2 0,-10 32-1 0,11 10-3 0,-1 38-9 0,20 31-50 0,20-20 4 0</inkml:trace>
  <inkml:trace contextRef="#ctx0" brushRef="#br0">9773 12928 59 0,'0'0'9'0,"0"-11"19"0,0 11-5 0,0 0-17 0,10-9-3 0,0 18-2 0,-20 12 0 0,10-2-49 0,0-8-18 0</inkml:trace>
  <inkml:trace contextRef="#ctx0" brushRef="#br0">9971 12719 34 0,'0'0'0'0,"-9"-9"38"0,-1-1-10 0,0 10-22 0,30 19-4 0,39-8-1 0,1-2 0 0,-11-9 0 0,-29 0 1 0,-10-9 5 0,-20 38-1 0,-40 129-2 0,31-97-2 0,9-2-1 0,0-29 1 0,0 0-49 0,10-20-28 0</inkml:trace>
  <inkml:trace contextRef="#ctx0" brushRef="#br0">10378 12748 36 0,'0'-9'3'0,"0"0"28"0,0-2-11 0,0 11-14 0,-10 29 0 0,0-8-4 0,10-2-1 0,0 2 0 0,20-1-1 0,0 9-1 0,10-9 2 0,-20 0-4 0,1-1 3 0,-2 12 4 0,-9-11 1 0,-9-2 1 0,-12 3 1 0,1-12-4 0,0 2-2 0,0-11-1 0,1-11-24 0,9-27-77 0</inkml:trace>
  <inkml:trace contextRef="#ctx0" brushRef="#br0">10329 12799 22 0,'0'-11'15'0,"59"-77"18"0,21 28-8 0,-12 30-13 0,-17 30-4 0,-41 0-5 0,-10 0-4 0,-10 9-72 0,0-9 37 0</inkml:trace>
  <inkml:trace contextRef="#ctx0" brushRef="#br0">10874 12788 27 0,'10'-29'13'0,"10"-20"25"0,0 19-19 0,0 20-11 0,29 29-7 0,1 22 0 0,-20 8 0 0,-19-10 1 0,-42 1 0 0,-9-11-1 0,30-38-1 0,60-20-3 0,0-21 1 0,-1 20 3 0,-9-9-1 0,-20 9 1 0,-10 10 3 0,-20 20-1 0,-20 20-2 0,-9 28 0 0,18 13 0 0,31-12-1 0,20-20 0 0,10-8 1 0,9-21-56 0,-29 0-5 0</inkml:trace>
  <inkml:trace contextRef="#ctx0" brushRef="#br0">11519 12938 67 0,'0'-10'5'0,"10"-20"22"0,0 30-12 0,10 30-9 0,-20 28-1 0,-20 23 2 0,0-33-3 0,10-17-1 0,10-22 0 0,0-9-5 0,20-29-126 0</inkml:trace>
  <inkml:trace contextRef="#ctx0" brushRef="#br0">11837 12769 15 0,'-20'-10'12'0,"-10"-1"16"0,21 11-5 0,-2 0-7 0,11 0-8 0,30-9-2 0,30 0-2 0,9 9-1 0,-9-11-2 0,-11 2 0 0,-9-1-1 0,-10 10-9 0,-20 0-40 0,-10 0-7 0</inkml:trace>
  <inkml:trace contextRef="#ctx0" brushRef="#br0">11936 12550 6 0,'0'-9'6'0,"0"-1"27"0,0-1-11 0,-10 72-3 0,0 38-8 0,10 9-4 0,10-18-2 0,-10-40 0 0,0-30-2 0,10-20-1 0,-10 0-64 0,10 0 17 0</inkml:trace>
  <inkml:trace contextRef="#ctx0" brushRef="#br0">12413 12601 12 0,'0'-11'12'0,"0"-18"21"0,0 29-13 0,-11 20-10 0,-18 39-4 0,10 20-2 0,8 1-3 0,22-11-2 0,17-20-1 0,12-38 3 0,-10-11 2 0,10-50 0 0,-30-19 0 0,9-21 1 0,-29 1 0 0,-29 40 0 0,-11 18-4 0,1 52-22 0,39 18-71 0</inkml:trace>
  <inkml:trace contextRef="#ctx0" brushRef="#br0">12660 12779 65 0,'0'0'3'0,"20"0"18"0,-10-20 0 0,0 0-14 0,-10 20-2 0,0 9-1 0,-20 12-3 0,20-2-8 0,30-19-85 0,-20 0 66 0</inkml:trace>
  <inkml:trace contextRef="#ctx0" brushRef="#br0">12859 12561 26 0,'0'-11'19'0,"-20"-8"15"0,10 19-8 0,10 0-21 0,40 0-3 0,49 0-2 0,-30-11 2 0,-39 11 2 0,-20 21 4 0,-10 39-5 0,-9 19-1 0,0 0-1 0,8-20 0 0,1-19-1 0,0-20-21 0,20-11-83 0</inkml:trace>
  <inkml:trace contextRef="#ctx0" brushRef="#br0">13236 12581 25 0,'0'-20'27'0,"0"9"4"0,-10 11-15 0,-10 11-8 0,10 29-6 0,10-11-1 0,10 1-1 0,0-1 0 0,0-8 1 0,10-1-1 0,9-2 0 0,-9 3 0 0,-10 9 1 0,-20-11 7 0,0-8-3 0,0 9-3 0,-19-11-2 0,-1-9-8 0,-10 0-43 0,20-19-13 0</inkml:trace>
  <inkml:trace contextRef="#ctx0" brushRef="#br0">13186 12601 43 0,'10'-20'16'0,"40"-41"13"0,9 21-11 0,1 32-16 0,-1 27-37 0,-29-9-34 0</inkml:trace>
  <inkml:trace contextRef="#ctx0" brushRef="#br0">13593 12670 36 0,'0'-10'20'0,"0"-31"3"0,20 12-1 0,10 20-18 0,19 29-3 0,-19 28-2 0,-30 13 1 0,-39-23 1 0,-11-7 0 0,20-22-1 0,30-18 1 0,49-22-9 0,21-7-2 0,-11-2 9 0,-19 0 4 0,-40 0 7 0,-10 40 2 0,-29 20-4 0,-1 30-4 0,30 9-3 0,20-19 0 0,30 0-21 0,-21-21-82 0</inkml:trace>
  <inkml:trace contextRef="#ctx0" brushRef="#br0">13960 12908 70 0,'0'-21'15'0,"20"-8"10"0,0 0-12 0,10 9-10 0,9 20 0 0,-29 20-2 0,0 19-1 0,-20 1 2 0,-10 9 1 0,-19-9 0 0,9-10 2 0,0-1 1 0,20-18-4 0,0-1 1 0,20-10-2 0,40 0 1 0,19 0-2 0,11 0 1 0,-31 9-2 0,-9-9 2 0,-30 0 0 0,10 0 3 0,-20 0-1 0,10 11-3 0,-20-11-149 0</inkml:trace>
  <inkml:trace contextRef="#ctx0" brushRef="#br0">7640 13196 2 0,'0'-11'8'0,"0"2"8"0,0 9-9 0,0 9 8 0,10 2-7 0,-10 29-1 0,10-11-5 0,0 11 0 0,-10 0-2 0,0-2 2 0,0-7-2 0,10-11 2 0,-10-10-1 0,9-1-1 0,-9 2 1 0,10-11 0 0,-10 10 0 0,10-10 0 0,10 0 0 0,10 0-1 0,-10 0 0 0,19 0 0 0,21 0 0 0,19 0 0 0,1 0 0 0,-1 0 0 0,20 0 0 0,1 0 1 0,29 0 1 0,19-10 1 0,1 10-1 0,10 0 1 0,10 10 0 0,9 0-2 0,-9-1 0 0,0 11 0 0,9-11 0 0,11 2-1 0,9-11-1 0,10 0-1 0,-19 0 1 0,19 0-1 0,11 0 1 0,9-30 0 0,20 11-1 0,-20 19 1 0,-20-10 1 0,11 10 1 0,-1-10 0 0,-11 10 0 0,3 0 0 0,-42 0 1 0,0 0-1 0,2 0 2 0,8 0-1 0,-19-11-1 0,-31 11 1 0,2 0 1 0,-11-9-1 0,-10 9-1 0,-10-10 1 0,-39 10-2 0,-1 0 3 0,11-11-2 0,-11 11 0 0,-9 0 1 0,-10-9-1 0,9 9 0 0,-19-10 0 0,-10 0 0 0,-10 10 0 0,0-11 0 0,0 2 0 0,0 0-1 0,-10-2 2 0,0-8-2 0,0-11 2 0,0-10-3 0,-10 0 3 0,10 21-2 0,-10-11 2 0,10 9-2 0,0 12 3 0,0 9-3 0,0 50 2 0,-10 19-1 0,10 11 0 0,0-21-25 0,10-29-78 0</inkml:trace>
  <inkml:trace contextRef="#ctx0" brushRef="#br0">15835 4911 14 0,'0'0'4'0,"-10"-11"2"0,0 11-5 0,10 11-1 0,0-1-1 0,0 10-21 0</inkml:trace>
  <inkml:trace contextRef="#ctx0" brushRef="#br0">15855 8860 25 0,'-30'-10'3'0,"20"20"-15"0,20-10-4 0</inkml:trace>
  <inkml:trace contextRef="#ctx0" brushRef="#br0">19725 8830 37 0,'0'0'9'0,"-20"-30"-8"0,20 30-1 0,0 0 0 0,0 9 0 0,-10-9 0 0,0 0 0 0,0-9-4 0,0 0-6 0,0 9-23 0</inkml:trace>
  <inkml:trace contextRef="#ctx0" brushRef="#br0">19596 4921 34 0,'-20'-10'0'0,"10"10"-26"0</inkml:trace>
  <inkml:trace contextRef="#ctx0" brushRef="#br0">20419 10913 32 0,'0'-19'26'0,"-10"-11"7"0,20 0-5 0,10 10-10 0,20-10-7 0,-1 21-2 0,-19 18-6 0,10 32-1 0,-30 8 1 0,-20 1 0 0,-29-1-2 0,9-19 0 0,30-21-1 0,20-28-6 0,49-30 1 0,21-1 2 0,-11 10 2 0,-19 11 3 0,-41 18 2 0,-37 11 3 0,-31 11-4 0,28 28 0 0,11 1-3 0,10 9 0 0,40-9-15 0,1 10-60 0,-23-30 13 0</inkml:trace>
  <inkml:trace contextRef="#ctx0" brushRef="#br0">20776 11052 49 0,'-29'50'27'0,"8"20"-7"0,21-11-15 0,11-19-18 0,9-31-68 0</inkml:trace>
  <inkml:trace contextRef="#ctx0" brushRef="#br0">21064 10944 31 0,'-10'0'11'0,"0"-10"12"0,30 0-11 0,30 10-4 0,29-11-3 0,10 2-4 0,-38 9-7 0,-32-21-32 0,-10 21-7 0</inkml:trace>
  <inkml:trace contextRef="#ctx0" brushRef="#br0">21333 10765 43 0,'0'0'0'0,"-51"60"32"0,12 28-17 0,29-19-11 0,20 1-22 0,0-30-53 0</inkml:trace>
  <inkml:trace contextRef="#ctx0" brushRef="#br0">21610 10784 60 0,'0'-19'10'0,"-10"-11"19"0,10 9-6 0,20 12-19 0,29 29-5 0,1 30 1 0,-20 0-1 0,-30-1 3 0,-60-19 1 0,1-10-2 0,59-40-7 0,39-20-4 0,-19 19 9 0,50-27-2 0,-21-3 4 0,-29 32 15 0,-40 38-7 0,-29 21-2 0,19 10-6 0,30 10-6 0,40-10-53 0,-21-31-14 0</inkml:trace>
  <inkml:trace contextRef="#ctx0" brushRef="#br0">21937 10944 29 0,'20'-31'24'0,"30"12"4"0,-40 19-14 0,0 40-12 0,-10 8 0 0,0-7 1 0,-10 9-1 0,-39-12 2 0,-2-7 1 0,22-22-1 0,19 2-2 0,30-11 1 0,50-11-2 0,-21 2-3 0,-20-1 4 0,-9 0-28 0,10-1-63 0</inkml:trace>
  <inkml:trace contextRef="#ctx0" brushRef="#br0">22503 10755 49 0,'-20'-11'15'0,"10"11"3"0,50-9-9 0,29 9-7 0,1 0-2 0,-21 0 0 0,-19 0-14 0,-20-10-42 0,-10 10 36 0</inkml:trace>
  <inkml:trace contextRef="#ctx0" brushRef="#br0">22364 10913 45 0,'0'0'0'0,"-20"11"15"0,70-11-11 0,49 0-2 0,11-11 1 0,-51 2 4 0,-50-1-3 0,-9-1-19 0,10 2-46 0</inkml:trace>
  <inkml:trace contextRef="#ctx0" brushRef="#br0">23396 10457 4 0,'0'0'9'0,"0"-19"11"0,0 19 0 0,0-21 1 0,10 12-8 0,0-1-1 0,-10 0-4 0,0 20-5 0,0 30 0 0,-30 29 0 0,20-1-3 0,10-17 1 0,0-21 0 0,10-10-14 0,0 0-48 0,0-20 28 0</inkml:trace>
  <inkml:trace contextRef="#ctx0" brushRef="#br0">23287 10744 13 0,'-40'0'20'0,"10"0"7"0,20 0-9 0,30 0-9 0,50 0 0 0,39 0-3 0,-40 0 1 0,11 0-1 0,-41 0-4 0,-29 0 0 0,20 0 1 0,-20 0-3 0,10-9 0 0,0 9-18 0,-11 9-78 0</inkml:trace>
  <inkml:trace contextRef="#ctx0" brushRef="#br0">23128 11142 38 0,'0'-20'6'0,"-10"9"14"0,-20 22-5 0,0 29-11 0,11 0-1 0,19-1-1 0,19-9-1 0,11-21 2 0,0 2 1 0,10-41 1 0,-19-21 2 0,-13 3 0 0,-16-3-3 0,-13 21-3 0,1 30-5 0,0 0-45 0,20 21-12 0</inkml:trace>
  <inkml:trace contextRef="#ctx0" brushRef="#br0">23277 11151 57 0,'10'-19'21'0,"-10"-2"1"0,0 12-16 0,10 18-28 0,9 2-57 0</inkml:trace>
  <inkml:trace contextRef="#ctx0" brushRef="#br0">23445 11043 58 0,'10'-20'5'0,"40"-10"10"0,19 10-2 0,-39 50-8 0,-20 19-1 0,-30 21-3 0,0 0-23 0,10-31-51 0</inkml:trace>
  <inkml:trace contextRef="#ctx0" brushRef="#br0">23445 11181 54 0,'0'0'0'0,"20"-30"9"0,50 1-6 0,19-1-27 0,-20 1 2 0,-39 18 37 0,-30-8 22 0,0 29-18 0,10 39-13 0,20 10-6 0,-20-8-3 0,-60-22-44 0,20-19 1 0</inkml:trace>
  <inkml:trace contextRef="#ctx0" brushRef="#br0">23723 11063 24 0,'10'-11'19'0,"71"-29"-7"0,-13 10-24 0,-49 21-23 0</inkml:trace>
  <inkml:trace contextRef="#ctx0" brushRef="#br0">23922 10636 29 0,'0'0'14'0,"0"-21"9"0,38 12-13 0,13 9-10 0,8 9-28 0,-49-9-10 0</inkml:trace>
  <inkml:trace contextRef="#ctx0" brushRef="#br0">23892 10725 23 0,'-10'0'10'0,"1"0"19"0,18 0-14 0,69-11-15 0,32 2-39 0,-80 9 3 0</inkml:trace>
  <inkml:trace contextRef="#ctx0" brushRef="#br0">24348 10467 17 0,'0'0'7'0,"10"-10"26"0,-10-9-8 0,10 9-11 0,0 10-5 0,-10 18-2 0,-10 43-3 0,-10 28-2 0,10-9-1 0,-9-12-1 0,9-17-55 0,10-32-6 0</inkml:trace>
  <inkml:trace contextRef="#ctx0" brushRef="#br0">24517 10666 53 0,'0'0'5'0,"0"-10"27"0,10-10-16 0,-1 20-15 0,2-10-63 0,-11 20 19 0</inkml:trace>
  <inkml:trace contextRef="#ctx0" brushRef="#br0">24805 10457 0 0,'0'0'0'0,"10"0"9"0,-20 0 23 0,10-11-19 0,0 11-7 0,0 0 0 0,0-8-2 0,10 8-1 0,-10-10 1 0,19 10-2 0,1 0 0 0,0 0-2 0,10 10 0 0,-10 19 1 0,-20 11 3 0,-10-10 1 0,-20 0-2 0,10-11-3 0,20-9-2 0,20 9-1 0,0 11 2 0,-10 10 2 0,-30-11 7 0,-20-8-3 0,1-12-2 0,9-9-24 0,20-9-55 0</inkml:trace>
  <inkml:trace contextRef="#ctx0" brushRef="#br0">25043 10476 0 0,'0'0'0'0,"10"0"6"0,-10-9 14 0,10-1-5 0,0-1-2 0,1 3-5 0,7-2-2 0,-8 10-2 0,10-11-1 0,0 11-2 0,-1 21-1 0,12-2 0 0,-12 11 1 0,-29-1 4 0,-19-8-1 0,-10-1-3 0,8-2-2 0,21-7 2 0,20 29-3 0,21 10 2 0,-22-1 1 0,-18-30 3 0,-32-8 9 0,2-11-6 0,19-20-6 0,10 20-52 0</inkml:trace>
  <inkml:trace contextRef="#ctx0" brushRef="#br0">20150 7927 23 0,'0'-10'4'0,"0"-9"1"0,11-2 10 0,9-8 4 0,-10-1-3 0,20 19 0 0,19 11-9 0,-9 30-5 0,-10 10-2 0,-40 0 1 0,-50 0-1 0,11-21 1 0,39-19-4 0,30-29-5 0,49-20 4 0,-9 9 3 0,-11 0 1 0,-19 10 1 0,-20 1 1 0,-10 8 2 0,-10 12 1 0,-10 29-2 0,-10 38-1 0,21 12-1 0,9-30 0 0,49-10 1 0,21-30-12 0,-11 0-34 0,-39-11-9 0</inkml:trace>
  <inkml:trace contextRef="#ctx0" brushRef="#br0">20717 7848 13 0,'0'0'25'0,"0"-11"1"0,40-8-5 0,39 8-6 0,-10-8-10 0,-19 19-4 0,-20-10 0 0,-10 10-7 0,-10-9-19 0,-10 9-44 0</inkml:trace>
  <inkml:trace contextRef="#ctx0" brushRef="#br0">20925 7639 10 0,'0'-9'15'0,"20"9"44"0,-20 59-40 0,-10 21-11 0,0-1-6 0,10-39-1 0,20-22-17 0,0-7-70 0</inkml:trace>
  <inkml:trace contextRef="#ctx0" brushRef="#br0">20598 8006 33 0,'0'0'15'0,"10"0"16"0,10 40-11 0,-20 19-14 0,0-19-4 0,0-11-6 0,0-18-41 0</inkml:trace>
  <inkml:trace contextRef="#ctx0" brushRef="#br0">21183 7699 25 0,'10'-20'18'0,"10"-9"0"0,20 18 1 0,-1 22-9 0,-19 38-8 0,-10-10 0 0,-40 1 0 0,1-30-1 0,9-10-4 0,59-39-7 0,21 9 6 0,9-21 4 0,-29 22 4 0,-30 20 8 0,-51 9-2 0,3 20-7 0,28 19-2 0,10 10-7 0,29 11-37 0,-19-40-12 0</inkml:trace>
  <inkml:trace contextRef="#ctx0" brushRef="#br0">21550 7868 38 0,'-10'-31'11'0,"20"22"0"0,0-12 9 0,20 12-8 0,0-1-2 0,0 10-7 0,-21 30-3 0,1 0 1 0,-20-1 1 0,-19-8 1 0,-1-2-1 0,10-9-1 0,0-1 0 0,20-9 1 0,20-9-1 0,40-1-1 0,9-1 0 0,-29 11-8 0,-30 0-77 0</inkml:trace>
  <inkml:trace contextRef="#ctx0" brushRef="#br0">21968 7560 42 0,'0'0'0'0,"-11"-10"31"0,61-1-19 0,49 2-5 0,-10 0-23 0,-49 9-54 0</inkml:trace>
  <inkml:trace contextRef="#ctx0" brushRef="#br0">21909 7708 50 0,'0'0'0'0,"-31"0"16"0,70-9-8 0,71-22-5 0,28 13-17 0,-68 18-42 0</inkml:trace>
  <inkml:trace contextRef="#ctx0" brushRef="#br0">22603 7400 48 0,'0'-8'6'0,"19"-22"15"0,-19 39-6 0,-19 51-2 0,8 39-7 0,11 1-4 0,11-31-21 0,-2-9-68 0</inkml:trace>
  <inkml:trace contextRef="#ctx0" brushRef="#br0">22820 7609 89 0,'0'-19'15'0,"20"-2"-6"0,0 12-110 0</inkml:trace>
  <inkml:trace contextRef="#ctx0" brushRef="#br0">23088 7411 30 0,'0'0'0'0,"0"-19"27"0,10-2-6 0,10 2-9 0,0 8-5 0,0 2 0 0,9 9-3 0,1 0-2 0,-30 0-2 0,21 9 2 0,-12 42-1 0,-18-12 1 0,-22 0-1 0,-8-8 2 0,29-22-3 0,31 2 0 0,17 37-1 0,2 13 0 0,-31-23 1 0,-37-17 3 0,-42-11 0 0,20-10-5 0,30-10-48 0,20 0-9 0</inkml:trace>
  <inkml:trace contextRef="#ctx0" brushRef="#br0">23465 7392 22 0,'-10'-10'20'0,"10"-1"-3"0,10-8-4 0,-10 8-7 0,20 2 5 0,0-1-2 0,-10 0-5 0,30 10-4 0,-1 0 0 0,-19 20 3 0,-10 10 1 0,-30 8 0 0,-10-17-2 0,1-2-1 0,29 22 1 0,19 8-3 0,11-10 1 0,-30 1 2 0,-30-19 6 0,-39-12-4 0,0-9-3 0,29 20-41 0,30-11-42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12313 7263 19 0,'0'-10'17'0,"-10"-10"-1"0,20 0 0 0,-10 9 6 0,0 2-7 0,0 18-7 0,10 22-4 0,0-1 0 0,0 8 1 0,-10-7 2 0,0 8-1 0,0-18-3 0,11-2-2 0,-2-9-1 0,10-10 1 0,12-10 0 0,-3-9-4 0,13 9-24 0,-21-10-29 0,-1 10 5 0</inkml:trace>
  <inkml:trace contextRef="#ctx0" brushRef="#br0">12382 6974 74 0,'-59'-19'15'0,"59"-2"-17"0,40-9-56 0,-40 30 33 0</inkml:trace>
  <inkml:trace contextRef="#ctx0" brushRef="#br0">12591 6796 65 0,'-10'-10'7'0,"10"40"0"0,40 79 9 0,-21 90-5 0,11-1-4 0,0-50-4 0,0-38-1 0,9-31-11 0,-29-39-45 0,-10-40 2 0</inkml:trace>
  <inkml:trace contextRef="#ctx0" brushRef="#br0">12829 7263 82 0,'0'0'6'0,"-10"38"2"0,40 61 2 0,0 11 0 0,-11-30 0 0,-9-20-3 0,-10-31-3 0,0-19 4 0,0-60-3 0,-19-50-2 0,-1-18-2 0,10 19-2 0,10 10 1 0,30 19-1 0,9 50-1 0,41 60 0 0,-40 19 0 0,-40-9 4 0,-40-10 2 0,0-20-5 0,30-10-105 0,10-10 69 0</inkml:trace>
  <inkml:trace contextRef="#ctx0" brushRef="#br0">15548 7233 36 0,'0'-10'23'0,"0"0"-8"0,0-1-1 0,0 22 15 0,0 29-23 0,0 8-1 0,0-17 1 0,9-1 0 0,-9-10-2 0,10-10-1 0,0-2-1 0,1-8 0 0,-2-8-1 0,21-13-6 0,0-9-24 0,9 11-30 0,-30-2 7 0</inkml:trace>
  <inkml:trace contextRef="#ctx0" brushRef="#br0">15618 7054 55 0,'-21'0'14'0,"12"-10"-18"0,28-1-58 0</inkml:trace>
  <inkml:trace contextRef="#ctx0" brushRef="#br0">15895 6835 88 0,'-10'0'12'0,"0"0"-5"0,30 90-5 0,10 69 3 0,-20 20 2 0,-1-2-6 0,-9-17-4 0,20-11-35 0,-10-30-40 0</inkml:trace>
  <inkml:trace contextRef="#ctx0" brushRef="#br0">16212 7332 62 0,'-10'0'28'0,"20"89"-21"0,20 29-3 0,-10-7 7 0,-1-42 1 0,-8-19-6 0,-1-41 1 0,-10-38 2 0,-10-41-7 0,-1-9-1 0,2 0 0 0,-10-11 1 0,-12-29-1 0,31 20-1 0,10 49 0 0,30 40-2 0,19 29 0 0,-19 32 2 0,-10-11 1 0,-30-11 2 0,-30 11-1 0,-20-1-2 0,1 1-38 0,39-20-59 0</inkml:trace>
  <inkml:trace contextRef="#ctx0" brushRef="#br0">19278 7271 51 0,'0'-8'2'0,"-10"-22"6"0,30 10-6 0,-10 9 13 0,-20 32-1 0,-10 27-7 0,20-7-6 0,20-1 2 0,10-21-1 0,0-19-1 0,9 0 1 0,-19-19 1 0,-10-21 0 0,-30-19-1 0,0 19 0 0,-9 10-3 0,-11 19 1 0,0 22 0 0,11 8 0 0,19 12-1 0,10-1 0 0,39-11-1 0,11 0 2 0,19-28 1 0,0-20-1 0,11-21 0 0,0-20 1 0,-31 11-1 0,-29-1 1 0,-10 10 0 0,-10 10 1 0,0 31 2 0,-10 29-4 0,-10 79 0 0,10 59 0 0,20-19 0 0,20-19 0 0,-10-31 1 0,10-19-26 0,-21-31-47 0,1-30 48 0</inkml:trace>
  <inkml:trace contextRef="#ctx0" brushRef="#br0">19963 7271 66 0,'-10'0'3'0,"0"-18"11"0,20 36-9 0,-10 73 9 0,-10 17-3 0,10-9-6 0,10-18-2 0,0-52-1 0,-10-19 2 0,0-20 2 0,-10-49-3 0,0-11-2 0,10 1 0 0,-10-1 0 0,0-19-3 0,0 0 2 0,10 19 1 0,0 31-1 0,30 9 0 0,0 9-2 0,29 42 1 0,-9 28 1 0,-20 1 0 0,-30-10 3 0,-30-10 0 0,-40 8-2 0,-39 23-29 0,40-12-82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4296 12630 29 0,'10'0'15'0,"-10"10"5"0,20-20-7 0,20-1-2 0,9 2-4 0,1 0-3 0,19-2-3 0,21 2 0 0,9-1-1 0,20 10 0 0,0-10 1 0,10 10-1 0,10 0 0 0,1 10-1 0,8 9 0 0,10 1 1 0,11-11 0 0,-9 21-1 0,7-9-2 0,2-21 1 0,0 0 2 0,9 10-2 0,1-10-2 0,-10 0 3 0,-11-10 1 0,1 0-1 0,20-1-2 0,-1 11 2 0,-9 0 1 0,-10 0 0 0,-1 0-1 0,1-9 1 0,10-1 1 0,0-1 0 0,9 2-1 0,-19 0 0 0,10-2 1 0,-11 2-1 0,1 9 1 0,-10-10-2 0,-10 0 2 0,-20-1-1 0,-20 2 13 0,-49-1 8 0,-21-1-6 0,-19 11-11 0,0-9-2 0,-20-11-14 0,-19-9-66 0,19 18 41 0</inkml:trace>
  <inkml:trace contextRef="#ctx0" brushRef="#br0">16837 5366 20 0,'0'0'22'0,"10"-8"-3"0,0 8-12 0,-10-10-2 0,0 10 8 0,0-11 1 0,0 22-6 0,0 7-7 0,0 23 0 0,-10-1 1 0,10 0 1 0,0-1-2 0,0-9 1 0,0-10-2 0,0-10 2 0,10-10 1 0,0-30 0 0,20 0-2 0,0-1-2 0,-10 13 1 0,-1-2 1 0,1 20-2 0,0 9 1 0,-10 31 0 0,20 0 0 0,-10-21-1 0,9-8 2 0,1-22 0 0,10-19 1 0,-10-18-2 0,-11-3 2 0,-9 2 1 0,-20 20 1 0,1 8-3 0,-1 21-15 0,10 29-58 0,0-18 39 0</inkml:trace>
  <inkml:trace contextRef="#ctx0" brushRef="#br0">17363 5596 55 0,'-10'-10'7'0,"0"10"-3"0,30 0-2 0,-20 10 12 0,-10 19-3 0,30 1-7 0,0-10-1 0,21-20-1 0,-11 0-1 0,-12-20 1 0,2-1 0 0,-10-8 1 0,-10-11 6 0,-30 10-1 0,1 1-4 0,-1 29-3 0,-10 0 0 0,30 10-33 0,0 9-51 0</inkml:trace>
  <inkml:trace contextRef="#ctx0" brushRef="#br0">17740 5565 61 0,'-10'0'19'0,"10"-9"3"0,40-12-11 0,10 2-4 0,19-2-5 0,-9 21 1 0,-21-8-1 0,-9 8-1 0,-10 0-18 0,-20 0-82 0</inkml:trace>
  <inkml:trace contextRef="#ctx0" brushRef="#br0">17919 5358 56 0,'0'0'8'0,"-10"19"18"0,20 51-12 0,0-22-4 0,0 3-6 0,-10-1-2 0,-10-21-31 0,0-9-47 0</inkml:trace>
  <inkml:trace contextRef="#ctx0" brushRef="#br0">18365 5407 39 0,'0'-11'20'0,"0"2"16"0,0-1-26 0,-19 40-6 0,9-1-1 0,10 22-3 0,10-3 2 0,9-18 0 0,21 1-1 0,20-31 0 0,-1 0 1 0,-29-20-4 0,-10-21 1 0,-20 1 2 0,0-8 0 0,-30-12 3 0,-10 10-1 0,1 31-2 0,9 9-1 0,-10 30 1 0,20 18-41 0,20-27-23 0</inkml:trace>
  <inkml:trace contextRef="#ctx0" brushRef="#br0">18782 5526 59 0,'0'0'5'0,"-10"0"9"0,50-20-7 0,0 9 7 0,-1-7-1 0,31 7-9 0,-11 2-2 0,1 9-1 0,-11-10-2 0,-29 10-55 0,-20 0 10 0</inkml:trace>
  <inkml:trace contextRef="#ctx0" brushRef="#br0">19040 5348 22 0,'-20'-11'37'0,"20"11"-31"0,-10 50 13 0,10 20-1 0,0 8-13 0,10-17-2 0,0-12-42 0,-10-39-14 0</inkml:trace>
  <inkml:trace contextRef="#ctx0" brushRef="#br0">19428 5466 67 0,'0'-9'2'0,"19"9"2"0,-10 30-1 0,-37 18 12 0,7-7-5 0,42 8-8 0,18-19 0 0,0-10-1 0,21-20 1 0,-10-41-1 0,-21-17 0 0,-19-2 2 0,-40-9 8 0,1 29-7 0,-11 20-2 0,-10 29-3 0,11 22-5 0,0 8-87 0</inkml:trace>
  <inkml:trace contextRef="#ctx0" brushRef="#br0">20489 5288 54 0,'0'0'11'0,"10"-21"0"0,29 12-10 0,-29 18 2 0,-20 12 12 0,-19 19-6 0,-11-2-4 0,-20 3-4 0,1-1 1 0,-1-10-1 0,30-20 0 0,11-10 0 0,19 0-1 0,10 8 0 0,9 23-1 0,41 19 0 0,-1 8 0 0,-9-7 1 0,-10-21 0 0,-20-11 0 0,-10 1-91 0</inkml:trace>
  <inkml:trace contextRef="#ctx0" brushRef="#br0">20915 5457 53 0,'-20'-10'32'0,"11"10"-27"0,9 19-4 0,-10 21 6 0,10-11 0 0,19 12-5 0,11-12 0 0,20-9-1 0,9-11 0 0,-19-9 1 0,0-18-1 0,-30-2 2 0,0-20-1 0,0 10-1 0,-10-9 1 0,0 9 4 0,-20 0 2 0,-10-10-1 0,-10 11-1 0,1 8-4 0,-1 21-1 0,-10 29-1 0,-29 22-2 0,-1 9-117 0</inkml:trace>
  <inkml:trace contextRef="#ctx0" brushRef="#br0">16857 6122 1 0,'0'0'7'0,"10"-10"-4"0,-10-1 25 0,0 2-1 0,0 9-6 0,0-10-10 0,0 10-4 0,0-11-1 0,0 11 3 0,0-9 0 0,0 18-4 0,0 21-5 0,0 10-2 0,-10 0 6 0,0 10 0 0,10-1-3 0,0-9 0 0,0-10 1 0,10-20-2 0,0-10 2 0,0-21-1 0,10-8 0 0,-1-12 0 0,2 3-1 0,-2-2 1 0,-9 19-2 0,-1 12 1 0,2 29-1 0,9 20 2 0,20-10-2 0,-10-21 1 0,9-9 0 0,-19-20 1 0,10-29 3 0,-20-20 4 0,-10 9-4 0,0 40-1 0,0 9-29 0,0 22-43 0,0-1 15 0</inkml:trace>
  <inkml:trace contextRef="#ctx0" brushRef="#br0">17492 6290 58 0,'0'-10'19'0,"0"-1"7"0,-10 11-2 0,-8 21-15 0,18 9-7 0,8 0-1 0,12-11 1 0,11-8-1 0,8-2 1 0,-10-18-1 0,-19-21 3 0,-1-10 4 0,-18-1-1 0,-20 3 0 0,-20 18-4 0,-2 9-2 0,13 11-4 0,7 21-25 0,31 18-50 0,0-30 36 0</inkml:trace>
  <inkml:trace contextRef="#ctx0" brushRef="#br0">17879 6251 23 0,'-10'0'6'0,"10"-11"-4"0,0 11 32 0,-10-9 12 0,20-1-34 0,20 0-10 0,10 10-1 0,-1 0 6 0,21 0 0 0,-20 0-4 0,-11 0-2 0,1-11-3 0,-20 22-8 0,1-11-18 0,-2 0-55 0</inkml:trace>
  <inkml:trace contextRef="#ctx0" brushRef="#br0">18028 6052 58 0,'-10'0'23'0,"10"0"-20"0,10 49 20 0,-30 11 1 0,20-10-12 0,0-10-8 0,0-11-3 0,0 1-10 0,0-10-26 0,0 0-51 0</inkml:trace>
  <inkml:trace contextRef="#ctx0" brushRef="#br0">18584 6112 69 0,'0'0'8'0,"-20"-20"38"0,10 20-32 0,-10 30-10 0,0 18-1 0,20 3-1 0,10-3-2 0,10-7 1 0,0-12-1 0,29-8 1 0,11-21-1 0,-10-10-2 0,-11-20 2 0,-29-10 1 0,-10 0 2 0,0-19 2 0,-10 8-1 0,-10 3 1 0,-19 8-1 0,-11 10 2 0,10 19-4 0,1 32-2 0,19 9-13 0,0 10-47 0,20-20-19 0</inkml:trace>
  <inkml:trace contextRef="#ctx0" brushRef="#br0">19169 6231 24 0,'-10'0'8'0,"0"-10"-7"0,10 10 3 0,0-10 14 0,0 10 2 0,0 0-10 0,0 0 0 0,0-11-1 0,0 11 0 0,0-9-2 0,-10 9 0 0,10 0-1 0,0 0-3 0,0 0-3 0,0 0 1 0,20 0 1 0,10-10 0 0,20 10-2 0,9 0 0 0,1 0 1 0,-41 0-2 0,-19 10 5 0,10-10-2 0,-10-10-26 0,10 20-84 0</inkml:trace>
  <inkml:trace contextRef="#ctx0" brushRef="#br0">19278 6031 57 0,'-10'0'21'0,"10"0"-3"0,0 31 0 0,0 37 0 0,0 2-11 0,0-10-5 0,0-21-5 0,0-8-31 0,0-11-48 0</inkml:trace>
  <inkml:trace contextRef="#ctx0" brushRef="#br0">19586 6141 19 0,'0'-19'22'0,"20"-2"11"0,-20 12-4 0,10-1-20 0,-10 10-7 0,9 30 1 0,-9-1 1 0,-9 11-2 0,9 0-1 0,9-1 0 0,1-19-1 0,0-1 0 0,0-28 1 0,0-21 1 0,10-30-1 0,10 21-1 0,0 19 0 0,-21 20 0 0,1 10 0 0,0 30-1 0,10 9 1 0,20-20-2 0,9-29 5 0,-9-29 9 0,-10-30 1 0,-20-10-5 0,-20 19-7 0,0 19-27 0,0 42-95 0</inkml:trace>
  <inkml:trace contextRef="#ctx0" brushRef="#br0">20012 6299 81 0,'-8'-19'14'0,"8"-21"7"0,48 21-19 0,-9-2 5 0,1 21 4 0,-10 11-8 0,-10 29-2 0,-20-11 0 0,-10 21-1 0,-11 0 1 0,2-11 0 0,-10-20 0 0,-1 11 0 0,10-9 0 0,-10-11 1 0,30-1 0 0,0-9 0 0,50 0-1 0,9-9 0 0,11-1-1 0,-11 10-1 0,-19-10 1 0,-20 10 1 0,-20 0-11 0,-10 10-36 0,-10-10-39 0</inkml:trace>
  <inkml:trace contextRef="#ctx0" brushRef="#br0">20707 5983 12 0,'0'0'33'0,"0"-20"5"0,0 10-12 0,0 0-11 0,10-1-8 0,-10 11-5 0,20 11-2 0,-10 18 0 0,19 11 0 0,11 10 0 0,0-11 0 0,-1-10 2 0,1-18-1 0,-20-11 1 0,0 0-1 0,-10 10 0 0,-20 0 1 0,-10 10 5 0,-10-1-1 0,-19 12-2 0,9-2-2 0,10-9-2 0,-10 10 1 0,-9-10-8 0,19-11-25 0,10 12-76 0</inkml:trace>
  <inkml:trace contextRef="#ctx0" brushRef="#br0">21074 6350 51 0,'0'0'9'0,"20"-11"5"0,-20 2 14 0,-30 9-2 0,-10 39-12 0,1 11-10 0,-11-10 0 0,10-10 0 0,21-1-2 0,9-19-2 0,0-10-25 0</inkml:trace>
  <inkml:trace contextRef="#ctx0" brushRef="#br0">21372 6161 70 0,'0'-31'5'0,"10"23"-1"0,0-2 12 0,-30 10 18 0,-10 29-21 0,10 21-11 0,10-1-2 0,31-9 0 0,18-10 1 0,9-20 0 0,13 0 0 0,-21-20 0 0,-1 0 0 0,-19-20 0 0,10 1 0 0,-20-1 0 0,0-10 1 0,-20 0 2 0,-10 0 0 0,0 1 1 0,-10 19-2 0,1 9-2 0,-21 11 0 0,-1 21-1 0,23 9 0 0,-3 18-1 0,12 13-52 0,10-31-26 0</inkml:trace>
  <inkml:trace contextRef="#ctx0" brushRef="#br0">20251 5854 18 0,'0'0'13'0,"-10"-10"0"0,10-1-11 0,0 11 9 0,0-9 5 0,0 9-11 0,0 0-2 0,0 0-1 0,0 0 2 0,10 9-2 0,9-9 0 0,21 0-1 0,-10 11 1 0,19-11 0 0,11 0 0 0,9 0-1 0,-9 0 1 0,9 10-2 0,1-10 2 0,-11 0 0 0,1-10 0 0,-1 10-1 0,-9 0-1 0,0-11 0 0,-21 11 0 0,11 0 0 0,0 0 0 0,-10 0 0 0,-1 0 0 0,-19 0-1 0,0 0 2 0,0 0-1 0,0 0-1 0,10 0 1 0,-20 0 0 0,0 0 0 0,10 0 0 0,-10 0 3 0,10 0-83 0</inkml:trace>
  <inkml:trace contextRef="#ctx0" brushRef="#br0">16937 7183 10 0,'0'0'9'0,"10"-11"2"0,-10 2 14 0,0-1-6 0,0 10-9 0,0-10-5 0,9 10 1 0,-9-9 1 0,0 9-1 0,0 9 5 0,0 11-8 0,0 19 3 0,0 1-2 0,0 10-1 0,0-1-3 0,0-8 1 0,0-23 0 0,0 3 0 0,0-21 1 0,10-10 0 0,10-19 0 0,10-21-1 0,0 10 0 0,-10 11-1 0,-1 19 0 0,-9 10-1 0,10 18 1 0,10 23-1 0,10-1 1 0,-11-21 0 0,1-19 2 0,0-30 3 0,-20-29 4 0,0 0-4 0,-20 29-4 0,10 9-9 0,-10 21-29 0,-10 30-22 0,10-19 7 0</inkml:trace>
  <inkml:trace contextRef="#ctx0" brushRef="#br0">17492 7461 47 0,'-10'-10'39'0,"20"-1"-29"0,10 11-4 0,-20-9 15 0,-10 18-14 0,0 21-6 0,20 1 0 0,11-11 0 0,7-11 0 0,-7-9 0 0,8 0 0 0,-20-20 0 0,2 1 0 0,-1-11 0 0,-10 0 1 0,-10-1-1 0,-1 13 3 0,-17-2 2 0,-3 10-4 0,3 10 0 0,7 10-2 0,1 10-3 0,2 9-26 0,-3-9-71 0</inkml:trace>
  <inkml:trace contextRef="#ctx0" brushRef="#br0">17988 7233 60 0,'-10'-10'33'0,"10"0"-19"0,10 10-5 0,10-11 7 0,20 11-5 0,29-9-8 0,11-1-2 0,-21 10-3 0,-9-11-22 0,-30 11-77 0</inkml:trace>
  <inkml:trace contextRef="#ctx0" brushRef="#br0">18158 7024 93 0,'-11'0'3'0,"1"0"2"0,31 60 9 0,-21 28 6 0,0-7-13 0,19-12-11 0,1-20-110 0</inkml:trace>
  <inkml:trace contextRef="#ctx0" brushRef="#br0">18613 7044 17 0,'0'-11'21'0,"20"2"10"0,-20 0-8 0,10-2-15 0,0 11-5 0,-10 0 3 0,0 11 4 0,0-2-4 0,-10 21-5 0,10 10-1 0,-10 0 0 0,10-11 0 0,0-9 1 0,10-10 1 0,0-20 0 0,30-20 0 0,-10 1-2 0,-1 19 0 0,-19 10-1 0,10 20 0 0,-9 9 1 0,28-20 0 0,9-28 2 0,-7-10 6 0,-21-31 4 0,-10 11-6 0,-40 19-78 0,30 40 9 0</inkml:trace>
  <inkml:trace contextRef="#ctx0" brushRef="#br0">19179 7193 95 0,'-10'0'16'0,"20"9"-9"0,-10 31 1 0,-10 10 10 0,0-10-7 0,10-20-9 0,0-1-1 0,0-8-24 0,0-11-82 0</inkml:trace>
  <inkml:trace contextRef="#ctx0" brushRef="#br0">19566 7153 69 0,'0'0'4'0,"-30"-10"13"0,40 10-12 0,-10-9 18 0,10 9-3 0,40-10-14 0,19 10-3 0,1-10-2 0,-11 10-2 0,-9-11-9 0,-21 11-42 0,-19 0-24 0</inkml:trace>
  <inkml:trace contextRef="#ctx0" brushRef="#br0">19745 6904 99 0,'-20'0'2'0,"30"51"3"0,0 9 13 0,-10 9-5 0,0 0-13 0,0-9-35 0,0-20-53 0</inkml:trace>
  <inkml:trace contextRef="#ctx0" brushRef="#br0">20141 7044 108 0,'-10'-29'12'0,"20"29"-11"0,10 29-2 0,-20 30 5 0,-11-9 7 0,32-10-8 0,19-10-1 0,9-20-1 0,11-41 0 0,-30-37 1 0,-10-2 2 0,-40 1 2 0,-30 39-3 0,-9 30-3 0,-11 20-11 0,11 39-41 0,38-19-30 0</inkml:trace>
  <inkml:trace contextRef="#ctx0" brushRef="#br0">21034 6786 55 0,'-29'-29'25'0,"19"19"-17"0,10-10 10 0,0 20 7 0,0 0-18 0,10 20-3 0,29 9-4 0,11 11 1 0,19-10-1 0,1-1 1 0,-21-9 3 0,-19 10 4 0,-40-21 4 0,-10 12-2 0,-29-2-9 0,-11 22 1 0,1-12-7 0,-1 21-38 0,11-1-83 0</inkml:trace>
  <inkml:trace contextRef="#ctx0" brushRef="#br0">21420 7084 97 0,'-28'-11'23'0,"8"41"-8"0,-10 10-7 0,-20 0 6 0,1 0-11 0,-1 0-14 0,20-2-69 0,20-38 35 0</inkml:trace>
  <inkml:trace contextRef="#ctx0" brushRef="#br0">21699 7033 86 0,'0'-18'12'0,"0"7"5"0,10 31-6 0,-10 29-1 0,0-8-7 0,10-2-1 0,50-20-1 0,19-8-1 0,-10-51 0 0,-28-19 2 0,-32-10 9 0,-49 9 4 0,-19 20-6 0,-1 20-8 0,-9 29-8 0,-30 61-56 0,59-29-13 0</inkml:trace>
  <inkml:trace contextRef="#ctx0" brushRef="#br0">16927 7888 17 0,'0'-11'9'0,"20"-8"-2"0,-1-2 12 0,-19 12 8 0,0-1-12 0,0 20-12 0,0 39-1 0,0 1-2 0,9 10 0 0,2-20 0 0,-11-1 2 0,10-30-2 0,0-9-1 0,30-40-1 0,-1 2 0 0,-9 8 1 0,-10 30 0 0,0 30 0 0,0 0 0 0,10-11 1 0,-1-30 3 0,11-27 7 0,-20-12 2 0,-20-9-4 0,0 29-9 0,0 20-39 0,0 10-28 0</inkml:trace>
  <inkml:trace contextRef="#ctx0" brushRef="#br0">17542 8066 22 0,'0'20'12'0,"0"20"-9"0,0-10 10 0,0-12 10 0,20-18-7 0,19-9-12 0,-9-20 0 0,-10-11 5 0,-30-10 3 0,-21 31-7 0,-28 19-7 0,0 29-37 0,39-10-38 0</inkml:trace>
  <inkml:trace contextRef="#ctx0" brushRef="#br0">18058 8017 85 0,'0'0'2'0,"-20"-11"11"0,70 2-10 0,29-1 3 0,-1 10-5 0,3 0-17 0,-42 0-72 0</inkml:trace>
  <inkml:trace contextRef="#ctx0" brushRef="#br0">18296 7837 67 0,'-51'11'39'0,"13"58"-30"0,48 11-7 0,-10-11-2 0,0-19-15 0,0-10-84 0</inkml:trace>
  <inkml:trace contextRef="#ctx0" brushRef="#br0">18734 7798 20 0,'0'0'0'0,"-11"-20"33"0,11 11-17 0,0-11 0 0,0 9 1 0,11 2-4 0,-11 9-6 0,0 0-3 0,0 0 1 0,0 40 0 0,0-2-2 0,0 13-3 0,0-11 1 0,0-11-1 0,8-20 1 0,-8 2 1 0,10-22-1 0,0-8-1 0,21-10 0 0,-3 9 0 0,-7 10 0 0,-2 10-1 0,11 19 0 0,0 2 0 0,0-13 2 0,9-37 4 0,-19-11 9 0,-10-9-6 0,-10 10-8 0,-10 19-42 0,0 20-63 0</inkml:trace>
  <inkml:trace contextRef="#ctx0" brushRef="#br0">19189 7936 128 0,'-10'11'4'0,"30"39"0"0,-10-1-2 0,-30-20 9 0,-10 1-10 0,20-9-68 0,10-21 16 0</inkml:trace>
  <inkml:trace contextRef="#ctx0" brushRef="#br0">19428 7967 115 0,'-41'-40'16'0,"71"30"-14"0,30-1-2 0,-1 11 0 0,-9 0 0 0,9-8-17 0,-29-2-36 0,-20-1-3 0</inkml:trace>
  <inkml:trace contextRef="#ctx0" brushRef="#br0">19625 7719 79 0,'-19'0'15'0,"-21"19"3"0,20 61-15 0,20-10-2 0,-10-11 0 0,0-9-23 0,10-20-61 0</inkml:trace>
  <inkml:trace contextRef="#ctx0" brushRef="#br0">19993 7738 19 0,'0'-19'16'0,"-10"8"-2"0,20 2-7 0,-10 9 10 0,0 0-7 0,0 39-6 0,-10 21-3 0,10-21 1 0,0-8-1 0,10-31 2 0,9 0 2 0,11-40-3 0,-9 30-2 0,-2 10 0 0,21 10-1 0,-12-10 1 0,3-21 7 0,-1-27 1 0,-20 8-5 0,-10 0-36 0,0 29-40 0</inkml:trace>
  <inkml:trace contextRef="#ctx0" brushRef="#br0">20310 7898 83 0,'0'0'2'0,"40"-10"-2"0,39 10-3 0,-39 18 11 0,-20 12 8 0,-20 1-9 0,-20 8-4 0,-20 1-1 0,10-11 1 0,11-8 0 0,9-12-1 0,29-9 0 0,51-9-2 0,-11-1-1 0,-19 10-2 0,-30 0-32 0,0 10-40 0</inkml:trace>
  <inkml:trace contextRef="#ctx0" brushRef="#br0">21074 7639 46 0,'0'-9'1'0,"0"-12"4"0,20-8 20 0,-20 18 4 0,0 11-22 0,20 21-7 0,29 19 0 0,21-2-1 0,-11 2 3 0,-9-19 3 0,-40-1 2 0,-10 9 2 0,-78 41-2 0,17-30-7 0,11 8-20 0,31 13-66 0,9-52 56 0</inkml:trace>
  <inkml:trace contextRef="#ctx0" brushRef="#br0">21600 7927 55 0,'-40'-21'51'0,"20"72"-47"0,1-2-3 0,-51-9 9 0,20 0-9 0,21 0-38 0,18-21-34 0</inkml:trace>
  <inkml:trace contextRef="#ctx0" brushRef="#br0">21878 7858 73 0,'-10'-21'22'0,"10"2"-10"0,10 29-12 0,-20 30 3 0,0 9 0 0,30-9-3 0,29 0 1 0,20-31 0 0,-10-18 0 0,-8-52 2 0,-41-7 1 0,-40-12 12 0,-29 21-10 0,0 49-6 0,-11 29-25 0,20 21-72 0</inkml:trace>
  <inkml:trace contextRef="#ctx0" brushRef="#br0">5120 12174 15 0,'0'-21'5'0,"0"2"29"0,0-2-13 0,0 21-8 0,0 31-5 0,0 19-3 0,10 8-1 0,-10 12 2 0,10 0-1 0,-1-11-1 0,1 1-2 0,0-21 1 0,-10 12-1 0,0-22 2 0,0-19-2 0,10-1 1 0,-10 2-3 0,10 9 1 0,-10-11 0 0,20 2 1 0,20-1-1 0,19-10-1 0,21 0 0 0,9 9 1 0,20 2 0 0,30-11 1 0,40 0-1 0,19 0-2 0,-10 0-1 0,11-11 2 0,10 11-1 0,28-19-2 0,2 8 3 0,-11 11-2 0,0 0-1 0,-20 11 4 0,11-1-1 0,-11-1-1 0,-10 2 1 0,1 7 1 0,-11 3 0 0,11-2-1 0,-1-19 2 0,1 11-1 0,9-11 0 0,-20 0 0 0,-9 10 0 0,-30-10 0 0,-40-10-2 0,-39-1 2 0,-21-8 0 0,-19 9 1 0,-9-10-1 0,-2 11 0 0,-19-11 0 0,9-1 0 0,-9 2 0 0,0-11-1 0,0-9 0 0,0 9 1 0,-9-30-1 0,9 0 0 0,0 21 0 0,-10-1 0 0,10 1 1 0,0-1 0 0,10-1-1 0,-1 22 1 0,1 9-1 0,0-9 0 0,-10-2 1 0,11 21-1 0,-11-9 0 0,0 29-1 0,-11 29 0 0,11 21 0 0,0 9 0 0,-10 1 1 0,10-2 1 0,-10-18 1 0,1-30 1 0,-1-10 1 0,10-31-1 0,-9 2-7 0,9 9-136 0</inkml:trace>
  <inkml:trace contextRef="#ctx0" brushRef="#br0">11827 11539 9 0,'0'0'4'0,"-10"-21"26"0,10 12 0 0,-11-1-6 0,2-11-5 0,9 12-9 0,9 0-5 0,2-2-3 0,9 11 0 0,0 20-1 0,9 10 0 0,21 0-1 0,10 10 0 0,19 8-1 0,-39-7 0 0,-11-12 1 0,-9 0 1 0,0-18 0 0,10-1 1 0,-10-10-1 0,-20 0 0 0,0 9 2 0,-10 22 0 0,-10 8 0 0,-30 30 0 0,-9-8 0 0,-1-12 1 0,11 1 0 0,9-20-2 0,0-10-1 0,20-2 0 0,1-7-20 0,19 9-119 0</inkml:trace>
  <inkml:trace contextRef="#ctx0" brushRef="#br0">12492 11995 47 0,'0'-11'6'0,"10"-7"34"0,-20 27-23 0,-20 51-4 0,-40 29-3 0,21 10-2 0,9-29-3 0,0-30-1 0,21-22-1 0,9-18-2 0,0-8-45 0,20-13-49 0</inkml:trace>
  <inkml:trace contextRef="#ctx0" brushRef="#br0">12938 11767 49 0,'10'-40'26'0,"-10"21"9"0,-10 19-26 0,-10 29-5 0,0 20-1 0,1 10 1 0,9 11-3 0,20-1-2 0,19-18 1 0,11-32 1 0,10-8 3 0,0-22-3 0,-1-18 0 0,-9-1 0 0,-12-10 0 0,-7 0 0 0,-11-19 0 0,-10 19 2 0,-10 1-3 0,0 8 1 0,-10-7-2 0,-9 8 3 0,-1 20-2 0,0 0 2 0,-10 10-1 0,-9 10 2 0,9 9-3 0,-9 2 1 0,19 8-2 0,10 1-16 0,0 10-86 0</inkml:trace>
  <inkml:trace contextRef="#ctx0" brushRef="#br0">13831 11797 30 0,'-20'0'20'0,"0"-11"13"0,-9 11-9 0,19 0-11 0,-1 11-8 0,22-11 1 0,37 0-1 0,53 0-2 0,18-11-1 0,-10 22-2 0,-30-11 1 0,-19 10 0 0,-21-10 0 0,2 0 0 0,-13 0-1 0,-7 0-7 0,-21 0-27 0,0 0-60 0</inkml:trace>
  <inkml:trace contextRef="#ctx0" brushRef="#br0">14259 11708 24 0,'-21'-10'12'0,"-9"-10"31"0,20 0-16 0,20 20-19 0,50 20-4 0,-1 29-3 0,-19 21 4 0,-20-11 3 0,-40-19 1 0,-20-21-6 0,-19 2-6 0,39-2-57 0,20-19-7 0</inkml:trace>
  <inkml:trace contextRef="#ctx0" brushRef="#br0">14992 11548 65 0,'0'0'0'0,"-20"-9"26"0,-10 39-4 0,-9-1-14 0,30-10-3 0,-2-19 1 0,22-9 0 0,8-40-3 0,60-61 0 0,-39 61-3 0,-21-2 2 0,-19 42 0 0,0 59-1 0,-9 29-2 0,9 40 0 0,0 1 1 0,0-12-1 0,-10-18 2 0,10-30-1 0,0-31 1 0,0-19 1 0,0-10 0 0,-21 0 0 0,-18 0-2 0,-1 0 1 0,-9 9-1 0,-1 2 0 0,20-11 0 0,21 10 0 0,28-10 0 0,41 0 0 0,39 0 1 0,-10 0-1 0,-29-10-2 0,-20 10 2 0,-21-11 1 0,-9 11 3 0,10-9-1 0,-20 9-2 0,0 0-1 0,10 9 1 0,-10-9 0 0,0 11 1 0,0-11-1 0,10 0-1 0,-10 10 1 0,0-10 0 0,0 0-1 0,10-10 1 0,-10 10-1 0,0 0 0 0,10 0-1 0,-10 0-4 0,0 0 3 0,0 0-21 0,0 0-44 0,0 0 6 0</inkml:trace>
  <inkml:trace contextRef="#ctx0" brushRef="#br0">12283 12680 15 0,'0'-10'12'0,"10"0"15"0,0-10 1 0,-10 29-4 0,-10 12-18 0,0-2-1 0,-10 2-1 0,-19 17 1 0,-21 2-2 0,1 1-1 0,-1 8-1 0,11-19-2 0,-1 10 2 0,10-20-1 0,20-10 1 0,10-2 0 0,1-8 0 0,18 0 1 0,10 11-2 0,32 8 0 0,18 12-1 0,1 19 3 0,-1 19-4 0,-9-10 1 0,-20-9 1 0,-21-30 4 0,-9-10 1 0,-10-10 1 0,0 0-3 0,0-21-2 0,0-9-34 0,20-8-70 0</inkml:trace>
  <inkml:trace contextRef="#ctx0" brushRef="#br0">12908 12878 32 0,'0'0'3'0,"-19"-20"29"0,9 11-5 0,-10 9-16 0,-10 29-2 0,10 21-4 0,0 8-1 0,20 3-3 0,10-11 2 0,20-1-3 0,20-19 3 0,-11-30-3 0,21 0 3 0,-11-30-2 0,0-9 2 0,-8 9-3 0,-21-10 0 0,-20 0 3 0,0 0-2 0,-10-19 0 0,-20 29-1 0,-10 11 2 0,0-1 0 0,1 9-1 0,9 11-1 0,0 11-1 0,-9 9-1 0,9 18-50 0,30-27-22 0</inkml:trace>
  <inkml:trace contextRef="#ctx0" brushRef="#br0">13861 13016 20 0,'-20'0'15'0,"-30"-9"9"0,21 9 3 0,8 9-12 0,21-9-8 0,40 0-2 0,40-9-1 0,29 9-1 0,0 0-2 0,-20 0 1 0,-39-10 0 0,-9-1-2 0,-22 11-10 0,0 0-38 0,-19 0-11 0</inkml:trace>
  <inkml:trace contextRef="#ctx0" brushRef="#br0">14119 12829 21 0,'0'0'22'0,"-10"-20"15"0,0 10-15 0,10-1-18 0,10 32-2 0,20 9-1 0,9-1 0 0,21 1 0 0,-1 0 0 0,-19-1 0 0,-20 0 2 0,-20 12 3 0,-30 9 2 0,-10-12-3 0,-19 2 1 0,29 1-1 0,10-12-4 0,10-18 1 0,10-11-10 0,10-30-86 0,0 30 55 0</inkml:trace>
  <inkml:trace contextRef="#ctx0" brushRef="#br0">15151 12917 56 0,'0'-19'18'0,"0"-11"12"0,0 20-13 0,-20 10-11 0,-10 20-2 0,-10 30-1 0,11 8-1 0,8 3 2 0,21-1-2 0,31-21-3 0,18-19 2 0,1-10 1 0,9-20 0 0,11-10-1 0,-21-19-1 0,-9-1 2 0,-20 0-5 0,-10 10 4 0,0 1 0 0,-20-1 0 0,0-10 0 0,-10 0 0 0,-10 11 0 0,1 9 1 0,-11 10 0 0,-10-1-2 0,1 22 2 0,-1 8-1 0,0 21-1 0,0 0-3 0,-8 19-57 0,47-38-21 0</inkml:trace>
  <inkml:trace contextRef="#ctx0" brushRef="#br0">15329 11349 11 0,'0'0'6'0,"0"-9"-4"0,10-20 16 0,0 9 1 0,-20-30 7 0,0 30-17 0,0-9 0 0,-9 9-3 0,-11-10-2 0,0-1-1 0,-30 22-1 0,11-1 0 0,-1-9 0 0,-9 19-2 0,-10 8 1 0,-1 3-1 0,0 8 1 0,1 12-1 0,-1 8 0 0,21 21-1 0,-11 10 1 0,-9-2-1 0,8 22 1 0,2 10-1 0,31-1 1 0,7 10-1 0,21-1 0 0,30 2 0 0,29-21-1 0,1 10 2 0,19-9 0 0,1-20-2 0,19-32 3 0,0-7 0 0,-10-22 0 0,21-18 1 0,-11-22-2 0,0 1 3 0,-20 1-2 0,-9-11 2 0,-20 10-1 0,9-8 0 0,-9-2 0 0,30-59 2 0,-52 49-1 0,-17 0 0 0,-1-10 0 0,0 1-2 0,-10 10 0 0,0-12 1 0,0 2-1 0,0 19-1 0,0-19 1 0,-10 10 0 0,0-1-1 0,-1 1 1 0,2 9 0 0,-10 0-1 0,-11-9 1 0,-1 9 0 0,-8 0-1 0,-1 11 0 0,-9-11 0 0,19 10 1 0,-20 20-1 0,1-10 0 0,9 10-1 0,-10-1 1 0,11 11 0 0,9 0 1 0,0 0-2 0,20 0 1 0,0 0-1 0,0 0 1 0,-1 0 0 0,2 11 1 0,-1-11-2 0,1 0 1 0,9 0 1 0,0 0-2 0,0 0 2 0,-10 0-1 0,10 0 0 0,0 0-1 0,0 0 2 0,0 10-3 0,0-10-19 0,0 20-35 0,0-10 3 0</inkml:trace>
  <inkml:trace contextRef="#ctx0" brushRef="#br0">14318 11052 18 0,'-11'-9'10'0,"11"-1"13"0,-20-11-7 0,1 2-5 0,-11-1-3 0,0 0-2 0,-10-20 3 0,-29 10-3 0,0 1-3 0,-1 18-2 0,1-7 0 0,-11 7 0 0,-29 2 1 0,-30 9-2 0,20 20 0 0,10-2 2 0,0 33-2 0,10-1 0 0,9 18 2 0,1 1-1 0,39 1 0 0,1-11 2 0,9-19 0 0,10-19 1 0,11-12 0 0,9-9-2 0,10-9-4 0,10 9-40 0,-10 0-36 0</inkml:trace>
  <inkml:trace contextRef="#ctx0" brushRef="#br0">12750 10963 32 0,'10'-19'19'0,"9"-1"15"0,-19 20-19 0,-10 20-8 0,1 18 1 0,-11 13-4 0,10 8-1 0,-10-9 0 0,10 0-2 0,0-11 1 0,0-9 0 0,10-11-1 0,0-8 1 0,0-1-1 0,20-10 1 0,30 0-1 0,-11 0-1 0,21 10 0 0,-11-1 0 0,-9-9-1 0,-10 0 2 0,-9 0 1 0,-21 0 3 0,0 0-4 0,0 0-41 0,0 0-39 0</inkml:trace>
  <inkml:trace contextRef="#ctx0" brushRef="#br0">15121 12480 4 0,'-10'0'3'0,"-69"-18"-1"0,19 7-2 0,-9 22 0 0,-11 28 0 0,1 10-1 0,0 31 1 0,29-30-8 0</inkml:trace>
  <inkml:trace contextRef="#ctx0" brushRef="#br0">14595 13632 1 0,'20'10'2'0,"79"39"-2"0,10 2-1 0,21-22 1 0,28-10-2 0,-138-19 2 0</inkml:trace>
  <inkml:trace contextRef="#ctx0" brushRef="#br0">15210 12550 10 0,'0'0'0'0,"-59"-39"5"0,19 29 7 0,-20-11 1 0,1 21-2 0,-20 0-2 0,9 0-2 0,-19 31-5 0,19-1-1 0,11 30 2 0,-1 19 0 0,11 10-1 0,19 10-2 0,20 11 1 0,50-11 1 0,-1 0-1 0,31 0-1 0,9-9 0 0,30-21 1 0,31-39-1 0,18 9 0 0,-29-20 1 0,-30-28 0 0,-9-30 1 0,10 9 1 0,-11-31 0 0,-21-17 1 0,-28-31 0 0,-30-20 0 0,-20-10-2 0,-30 20 2 0,-9 10 0 0,-31 10-1 0,-9 9 0 0,-30 30-1 0,10 30-1 0,0 11-1 0,29 19 1 0,31 10-1 0,19 10 0 0,20 20-41 0,10-11-33 0</inkml:trace>
  <inkml:trace contextRef="#ctx0" brushRef="#br0">14823 13394 4 0,'0'0'2'0,"-10"-11"1"0,10-7 7 0,10 7 7 0,0-8-3 0,-10 8 1 0,-10 22-7 0,-19 19 0 0,-21 28-3 0,-20 3-1 0,-9 7-2 0,-20-17-2 0,-21-3-1 0,-18-8 0 0,-11 1-1 0,-20-2-1 0,1-20 1 0,59-8 7 0,-60-1-7 0,-20 10 0 0,11-20 1 0,19 0 1 0,-20-30-8 0,60 19 9 0,10 2-2 0,20-1 2 0,59 0 0 0,10-30 2 0,20 21 0 0,0-1 0 0,0 10-2 0,0 10 0 0,0 0-1 0,11-10 0 0,-2 10 1 0,1-11 0 0,-1-8-1 0,12-10 2 0,-1 9 0 0,-20 10-2 0,0 10 1 0,0 0-1 0,0 19 0 0,-10 2 0 0,-10-2 0 0,-10 0 0 0,0 2 1 0,1-2-3 0,9-8 5 0,10-11-3 0,20-11 3 0,20-18-4 0,10-1 4 0,-1 11-1 0,11-11 1 0,-11 20-3 0,-19 0 1 0,-30 20-3 0,-39 9 2 0,-1 10-2 0,0-8 2 0,30-1-1 0,1-10 1 0,19 0-1 0,10 20-1 0,9 29 0 0,-19-10 8 0,10 20-11 0,-10-28 2 0,0-21 2 0,0-11 3 0,0-18 0 0,0 9-1 0,0-10-8 0,20 0-85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7045 12898 27 0,'-10'0'8'0,"0"0"26"0,0 0-18 0,0 0-1 0,10-11 8 0,-20 11-5 0,0 0-8 0,0 11-1 0,20-11-7 0,0 0 0 0,10 10 0 0,30-1 0 0,19-9-1 0,21 11 0 0,-21-11-2 0,-29-11 4 0,-20 11 5 0,0-9-4 0,-10 9-5 0,20 0-26 0,10 0-99 0</inkml:trace>
  <inkml:trace contextRef="#ctx0" brushRef="#br0">7580 12680 81 0,'0'-20'25'0,"0"40"17"0,-10 59-22 0,0 119-9 0,10-139-10 0,0-28 7 0,0-22-10 0,-9-28-144 0</inkml:trace>
  <inkml:trace contextRef="#ctx0" brushRef="#br0">7957 12878 23 0,'-10'0'15'0,"-9"0"17"0,9 0-3 0,1 0-8 0,9 0-6 0,9 0-5 0,10 0-3 0,31-10-3 0,10 10-2 0,9 0-1 0,-9 0 0 0,-31 0-1 0,-9 0 0 0,20-10 1 0,-10 1-2 0,-20 9-44 0</inkml:trace>
  <inkml:trace contextRef="#ctx0" brushRef="#br0">8166 12680 68 0,'-10'0'19'0,"-10"0"13"0,20 59-3 0,0 20-15 0,10 11-5 0,-10-20-8 0,-10-11-3 0,10-40-19 0,0-19-115 0</inkml:trace>
  <inkml:trace contextRef="#ctx0" brushRef="#br0">8463 12799 64 0,'0'-30'14'0,"-10"0"26"0,20 1-27 0,20 8-4 0,0 2-1 0,10 9-2 0,0 10 0 0,-12 20-3 0,3 19-3 0,-11 1 0 0,-50 79 8 0,-10-69-5 0,0-10 0 0,1-1-4 0,29-9 3 0,0-20 4 0,30-10-1 0,50-10-7 0,-1-11 2 0,10 12 1 0,-29 9 0 0,-30-10 1 0,-20 20-6 0,-20-10-87 0,20 0 29 0</inkml:trace>
  <inkml:trace contextRef="#ctx0" brushRef="#br0">8969 12730 53 0,'0'0'0'0,"-10"-41"44"0,10 22-6 0,20 9-29 0,10 39-6 0,20 12-1 0,-30-2 0 0,-11-9 4 0,-48 0-1 0,9-1-4 0,20-29 0 0,10 0-1 0,30-29 1 0,10-1-1 0,9 0 1 0,2 0 0 0,-23 10 0 0,-8 1 1 0,-20 8-1 0,-29 22 5 0,-21 28 0 0,20 10-2 0,20-8-1 0,10-2-2 0,30-9-1 0,11-11-18 0,7-19-137 0</inkml:trace>
  <inkml:trace contextRef="#ctx0" brushRef="#br0">9406 12898 87 0,'0'0'14'0,"0"50"45"0,0-1-30 0,0-9-18 0,-10 9-7 0,10-28-5 0,0-13-57 0,10-8-48 0</inkml:trace>
  <inkml:trace contextRef="#ctx0" brushRef="#br0">9723 12818 50 0,'0'0'0'0,"-19"-19"48"0,-1 19-6 0,30-11-31 0,39 11-3 0,41 0-4 0,9-9-1 0,-20 9-2 0,-39-10-18 0,-30 0-84 0,-10-1 66 0</inkml:trace>
  <inkml:trace contextRef="#ctx0" brushRef="#br0">9991 12619 62 0,'0'0'0'0,"-49"21"58"0,8 49-25 0,22 19-18 0,19-1-11 0,10-18-6 0,20-30-131 0</inkml:trace>
  <inkml:trace contextRef="#ctx0" brushRef="#br0">10309 12649 99 0,'0'0'0'0,"0"-59"28"0,20 10 7 0,0 28-26 0,29 21-5 0,2 21-2 0,-13 39-1 0,-28 19 2 0,-30-11 5 0,-29-7 0 0,-21-12-3 0,11-9 0 0,49-21-1 0,40-8-3 0,49-11-2 0,20-11 2 0,-39 11-1 0,-50-9-1 0,-10 9-54 0,0-10-54 0</inkml:trace>
  <inkml:trace contextRef="#ctx0" brushRef="#br0">10864 12649 35 0,'-9'-19'32'0,"-1"-10"9"0,20 9-20 0,19 0-7 0,1 20-4 0,0 40-5 0,-20 8 0 0,-10 3-1 0,-50-3 0 0,10-27-3 0,21-11 2 0,38-41-5 0,31-17 4 0,20-3-6 0,-1 12 6 0,-38 10-2 0,-22 19 1 0,-49 40 9 0,-10 29 0 0,21 11-6 0,19-1-5 0,20 0-67 0,0-50-32 0</inkml:trace>
  <inkml:trace contextRef="#ctx0" brushRef="#br0">11162 12858 106 0,'0'-19'26'0,"30"-2"10"0,0 12-22 0,-1 39-10 0,-9 9-2 0,-31 11 3 0,-27 0 1 0,-13-21-4 0,23-9 1 0,28-10-1 0,49-10-2 0,40-21 0 0,0 12 0 0,-49-1 2 0,-40-9-4 0,-30 19-65 0,30-10-38 0</inkml:trace>
  <inkml:trace contextRef="#ctx0" brushRef="#br0">11767 12689 97 0,'0'0'10'0,"-10"-19"13"0,20 9-1 0,40 10-19 0,19 0-2 0,1 10-10 0,-40-10-110 0</inkml:trace>
  <inkml:trace contextRef="#ctx0" brushRef="#br0">11728 12829 64 0,'-30'10'27'0,"20"0"14"0,10-1-29 0,59-18-1 0,31-11-6 0,19 9-3 0,10-8-24 0,-40 8-99 0</inkml:trace>
  <inkml:trace contextRef="#ctx0" brushRef="#br0">12452 12660 55 0,'20'-30'47'0,"-10"10"2"0,-20 29-31 0,-21 42-5 0,12 9-8 0,10-11-7 0,37 1 2 0,42-30 0 0,-10-20 2 0,0-50-2 0,-21-10 3 0,-19 1 0 0,-30-2 0 0,-30 32 3 0,-19 29-2 0,-11 20-9 0,31 19-141 0</inkml:trace>
  <inkml:trace contextRef="#ctx0" brushRef="#br0">8612 13434 5 0,'-9'0'11'0,"9"0"13"0,0 0-2 0,-11-11 0 0,11 2-3 0,0-11-2 0,0 0-2 0,0 0-4 0,20 1-3 0,-10 8-3 0,10 11-2 0,10 0-2 0,-10 21 0 0,9 17-1 0,-29 13 0 0,0-11 0 0,-29 8 0 0,9-27 0 0,0-1 1 0,10-40 0 0,20-10-2 0,30-9 1 0,-1 18 1 0,1-9 0 0,10-10 2 0,-11 22-2 0,-39 7 0 0,-10 22 0 0,-29 18-1 0,-1 21-2 0,20 9 1 0,20-10-2 0,30-9-16 0,19-19-113 0</inkml:trace>
  <inkml:trace contextRef="#ctx0" brushRef="#br0">9088 13552 111 0,'0'0'15'0,"0"31"16"0,-19 28-20 0,19 11-12 0,-10-21 0 0,10-9-34 0,0-40-69 0</inkml:trace>
  <inkml:trace contextRef="#ctx0" brushRef="#br0">9396 13474 63 0,'-10'-10'36'0,"0"-1"6"0,10 11-29 0,40 11-6 0,29-1 0 0,31 0-3 0,-1-30 0 0,-10 9-21 0,-59-8-39 0,-30 8-34 0</inkml:trace>
  <inkml:trace contextRef="#ctx0" brushRef="#br0">9733 13305 69 0,'-19'0'30'0,"-11"30"19"0,0 39-29 0,20 11-14 0,10-1-7 0,20-29-39 0,10-21-86 0</inkml:trace>
  <inkml:trace contextRef="#ctx0" brushRef="#br0">10021 13414 63 0,'0'-10'8'0,"0"-20"29"0,20 1-3 0,10 29-23 0,-1 9-4 0,-9 31-3 0,-10 0-1 0,-30 0-2 0,-9-11 0 0,9-19-8 0,40-39-8 0,29-2 7 0,-9 1 6 0,10-10 5 0,-21 22 13 0,-19-2 4 0,-10 29-15 0,-49 41-2 0,-1 10-2 0,30 9-2 0,30-29-18 0,20-10-124 0</inkml:trace>
  <inkml:trace contextRef="#ctx0" brushRef="#br0">10408 13533 125 0,'0'0'0'0,"10"-49"28"0,21 39-8 0,7 10-17 0,-28 59-3 0,-10-19 1 0,-39 8 0 0,-1 3 3 0,10-32-3 0,30-8 1 0,30-1 1 0,39-20-2 0,1-10 1 0,-21 0-1 0,-29 9-18 0,-40 11-103 0,20 0 80 0</inkml:trace>
  <inkml:trace contextRef="#ctx0" brushRef="#br0">11053 13394 96 0,'0'0'20'0,"-20"-20"3"0,20 11 3 0,51 9-25 0,47 0-2 0,-9 0-32 0,-49 18-77 0</inkml:trace>
  <inkml:trace contextRef="#ctx0" brushRef="#br0">11132 13464 39 0,'-39'20'24'0,"-1"9"14"0,30-20-8 0,40 2-15 0,49-11-8 0,29-11-6 0,-7 11-27 0,-42 0-93 0</inkml:trace>
  <inkml:trace contextRef="#ctx0" brushRef="#br0">12402 13365 5 0,'0'-11'12'0,"11"11"6"0,-11-9 7 0,0 9 0 0,0-10-2 0,-11 10-5 0,1 0-7 0,0 10-6 0,1 19 0 0,-10 11-4 0,8 10-1 0,11 8-2 0,20-7-1 0,9-21 3 0,11-12 1 0,10-18 1 0,-2-18 0 0,-7-22 2 0,-21-1 0 0,-10-28 1 0,-10 20 5 0,-40-1-2 0,-19 11-3 0,9 8-4 0,11 31-2 0,-1 21-12 0,10 19-36 0,10 9-59 0</inkml:trace>
  <inkml:trace contextRef="#ctx0" brushRef="#br0">12819 13423 116 0,'0'-19'13'0,"-10"-2"29"0,10 3-22 0,0 18-17 0,0 0-7 0,20 29-65 0,-10-9-35 0</inkml:trace>
  <inkml:trace contextRef="#ctx0" brushRef="#br0">13097 13315 59 0,'10'-31'32'0,"10"1"19"0,-20 21-32 0,0 18-8 0,-20 21-10 0,0 1-2 0,9-1 0 0,11-10-1 0,11-2 2 0,9 3-1 0,10 9-1 0,-2-11 0 0,3 31 0 0,-11-10 0 0,-30-10 3 0,-31-11 6 0,-7-8 3 0,7-22 0 0,13-18-5 0,28 18-9 0,0 2-81 0,0 9 4 0</inkml:trace>
  <inkml:trace contextRef="#ctx0" brushRef="#br0">13156 13324 160 0,'0'-29'9'0,"50"-1"17"0,39 10-15 0,30 11-8 0,-59 18 2 0,-50-9-1 0,-30 0-20 0,0 9-154 0</inkml:trace>
  <inkml:trace contextRef="#ctx0" brushRef="#br0">15726 7163 27 0,'10'0'47'0,"-10"-10"-19"0,0 0-12 0,0 10-2 0,-10 0 4 0,10-9-11 0,0 9 3 0,0 0 6 0,-10 9-13 0,10-9-3 0,10 10 2 0,-10-10-1 0,20 10 0 0,0-10-1 0,-10 0 1 0,-10 0 2 0,0-10-2 0,0 0 2 0,0 1-2 0,0-1 1 0,0 10 0 0,-20-10 2 0,10-1-1 0,0 11-2 0,0 0 0 0,10 0-1 0,-10 21 1 0,10-11-1 0,10 9 0 0,0-9 0 0,20-10 1 0,-10 0 0 0,0-10-1 0,-11 0 1 0,-9 1 0 0,0-1 0 0,0 0 0 0,-19-1 1 0,-1 11-1 0,0 0-1 0,10 21 0 0,10-11 0 0,10-1 1 0,0-9 0 0,10-9 0 0,-10-1 0 0,-10 0 0 0,0-1 0 0,-10 2 0 0,-10 18-10 0,20 22-89 0,10-22 31 0</inkml:trace>
  <inkml:trace contextRef="#ctx0" brushRef="#br0">17909 8989 45 0,'0'0'9'0,"-10"-20"26"0,20 10-9 0,-10 10-1 0,0-10-9 0,-30 20-5 0,10 0-2 0,1-1-3 0,9 12-2 0,10-1-2 0,0-10 0 0,10 0-1 0,9-10 1 0,1 0 0 0,-10 0 1 0,0-10 1 0,-10 0 1 0,0-10-3 0,0-1 0 0,0 12 1 0,-20-1 0 0,10 10-1 0,-10 0-1 0,1 10-1 0,19 10 0 0,0-1 1 0,19 12-1 0,1-12 0 0,0-19 1 0,0-19 2 0,-20-1-1 0,0 9 1 0,-10 2-2 0,10 29-46 0,10-10-67 0</inkml:trace>
  <inkml:trace contextRef="#ctx0" brushRef="#br0">15339 6677 22 0,'0'0'14'0,"-20"0"-5"0,10-11-8 0,10-8 6 0,0 8 26 0,-9 11-11 0,9 0-14 0,0 0-6 0,9 11 0 0,31-1 1 0,-20 20 3 0,10-11-1 0,-10 22-1 0,9 8 0 0,1 1-1 0,0-30 0 0,0 9-1 0,9-9 0 0,2 10-1 0,-13-1 0 0,-7 12 2 0,17-12-2 0,3-9-2 0,-1 10 2 0,-1 0 1 0,-19 18-1 0,30-7 2 0,-10-1-2 0,-1-11-1 0,11 11 1 0,-10 9 0 0,-1-9 1 0,1 10 0 0,39 19-2 0,-39-30 1 0,0 12 1 0,9 8 0 0,1-19-1 0,-1 10-1 0,1-1 1 0,10 10-1 0,-11-19 1 0,-9 10 0 0,10-11-1 0,9 21 0 0,1-10 1 0,-11 8-2 0,-9-17 1 0,9 9 1 0,11 9-2 0,0-10 2 0,-1 1 0 0,-9-10-1 0,-11 0 2 0,11-2-1 0,10 3-1 0,-11-1 0 0,11 8 0 0,-21-8 1 0,11 1-1 0,9-1-1 0,1-1 0 0,-10 10 1 0,-1-8 1 0,1-2 0 0,-1 1-1 0,31 9 0 0,-11 1 0 0,-9 10 1 0,-11-1 0 0,21 11-1 0,9 9 0 0,11-1 0 0,-21-8 2 0,10 0 0 0,-19 0 0 0,-1-1 1 0,-9 1 3 0,-10-11 0 0,-9-19-4 0,-23-10 0 0,-16-30-14 0,-33-41-151 0</inkml:trace>
  <inkml:trace contextRef="#ctx0" brushRef="#br0">17523 9604 18 0,'0'0'0'0,"0"-20"57"0,9 0-13 0,-9 11-22 0,-9 18-6 0,-12 31-4 0,1-1-7 0,20 1-3 0,20-20 0 0,20 0 1 0,-10-31-1 0,-1-18 1 0,-20-11 3 0,-9 1 1 0,0 8-2 0,-19 2-5 0,-21 10 1 0,1 29-34 0,29 19-94 0</inkml:trace>
  <inkml:trace contextRef="#ctx0" brushRef="#br0">17730 9664 138 0,'-10'-30'25'0,"30"0"-6"0,0 50-101 0,-20-20 26 0</inkml:trace>
  <inkml:trace contextRef="#ctx0" brushRef="#br0">17889 9584 83 0,'0'0'14'0,"0"-20"25"0,10 29-20 0,-10 12-9 0,20 28-5 0,-10 1-2 0,0-20-1 0,-10 0-3 0,-40-20-58 0,30-10-15 0</inkml:trace>
  <inkml:trace contextRef="#ctx0" brushRef="#br0">17879 9573 98 0,'30'-38'17'0,"39"8"3"0,-9 10-29 0,-40 20-67 0</inkml:trace>
  <inkml:trace contextRef="#ctx0" brushRef="#br0">14903 7233 58 0,'0'0'29'0,"-20"-31"0"0,20 12-4 0,-10 19-14 0,0 30-2 0,10 10-5 0,-20 19-1 0,20-19-2 0,20-10 1 0,30-30 1 0,-10-20 0 0,-10-20 6 0,-11-11 1 0,-29 13-4 0,-10-12-3 0,-10 30-4 0,20 20-42 0,10 30-78 0</inkml:trace>
  <inkml:trace contextRef="#ctx0" brushRef="#br0">15200 7242 157 0,'0'-9'11'0,"-20"-1"-2"0,20 0-10 0,-9 20-58 0,9 0-19 0</inkml:trace>
  <inkml:trace contextRef="#ctx0" brushRef="#br0">15359 7193 104 0,'-10'-10'28'0,"0"20"-12"0,40 20 3 0,20 18-15 0,-1 3-5 0,-29-2-52 0,-30-38-25 0</inkml:trace>
  <inkml:trace contextRef="#ctx0" brushRef="#br0">15389 7242 147 0,'10'-19'15'0,"99"-32"-6"0,88 22-126 0</inkml:trace>
  <inkml:trace contextRef="#ctx0" brushRef="#br0">19278 9474 11 0,'0'0'0'0,"20"-19"23"0,-10 8 2 0,0 2-7 0,-10-11-8 0,-20 20-4 0,-30-9-3 0,-19-1 1 0,-30 10-1 0,-20 0-1 0,-40 0-1 0,-39 10 0 0,-60-10-1 0,-10 9 1 0,0-9-1 0,-10 0 0 0,40 11 0 0,69-2 2 0,40 0-2 0,40-9 0 0,0 21-1 0,19-12 2 0,40 2-1 0,11-1 0 0,9-10 0 0,10 0 1 0,0-30 0 0,19 9-1 0,1-17 1 0,20 7-2 0,0 1 1 0,-1 21 0 0,-19-1 0 0,-10 10 1 0,-10 0-1 0,-10 0 0 0,-10 0 1 0,-9 0 1 0,-21 19 1 0,-10 2-1 0,-19-1 0 0,20 0-1 0,19-11 0 0,0 11 0 0,0 0 0 0,31-10 0 0,9-10-1 0,29 20 1 0,21 9-3 0,9-8 3 0,-9-1 0 0,-20-11 0 0,-20 0 0 0,-10 12-25 0,20-11-59 0</inkml:trace>
  <inkml:trace contextRef="#ctx0" brushRef="#br0">19070 9356 48 0,'0'0'10'0,"-20"-20"12"0,20-11 0 0,0 31-13 0,20 0-8 0,20 11 2 0,9 9-1 0,-9-11 0 0,9 2-2 0,-29-1 2 0,-10-1 0 0,-10 2 1 0,0-1-1 0,0 0 1 0,-39 28 0 0,-31-8 0 0,30 10-2 0,1-10 0 0,19-1 0 0,0-18 2 0,20-11 0 0,0-11-4 0,50 11-123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1101 6062 15 0,'0'0'3'0,"-10"-20"-3"0,-9-21 4 0,9 3 9 0,0 18 6 0,-10 0-8 0,30 29-9 0,0 12 2 0,10 19 1 0,9-2-1 0,1-7 6 0,20-41-2 0,59-49-7 0,109-70 7 0,-59 59-3 0,-20 10-1 0,-30 11 0 0,-30 9-3 0,-39 11 4 0,-20 18-5 0,-20 22-12 0,-10 28-93 0</inkml:trace>
  <inkml:trace contextRef="#ctx0" brushRef="#br0">1141 7818 64 0,'0'0'1'0,"-20"-20"0"0,0 0 1 0,10 20 6 0,10 29-2 0,10 1-1 0,0 1-1 0,10 7 0 0,0 13-1 0,0-2 0 0,10-20 0 0,9-18-1 0,70-81 2 0,80-78 1 0,29-12-1 0,10 13-2 0,10 8 2 0,-158 89 0 0,-50 30 3 0,-30 9-3 0,10 11-5 0,19-9-107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5378 5328 33 0,'-9'0'2'0,"-12"-10"9"0,11 0 7 0,10 10-6 0,10-11-1 0,0 11-4 0,20-19-3 0,19 8 0 0,21 2 0 0,19 9-2 0,10 0 1 0,10-10 0 0,20 0-1 0,10 1 0 0,0 9-1 0,0 9 1 0,-10-9-1 0,10 0 1 0,0-9 0 0,10 9 0 0,-10 0-1 0,9-10 1 0,-19 10-2 0,-10 0 1 0,-9 0-2 0,-1 0 1 0,-10 0 2 0,0 0-1 0,-10 0-3 0,-9 10 4 0,-11-1-4 0,-19 1 2 0,-1-10 2 0,1 0 0 0,0 0-5 0,-21 0 5 0,1 0-3 0,10 10 1 0,0-10 2 0,-11 0-2 0,1 0-1 0,-10 0 1 0,-20 0 1 0,10 0-1 0,0-10 4 0,1 10-3 0,-2-10-2 0,1 1 1 0,-10 9-11 0,-10 0-93 0</inkml:trace>
  <inkml:trace contextRef="#ctx0" brushRef="#br0">9346 5288 19 0,'0'0'3'0,"-19"0"10"0,19 9 10 0,-10-9-4 0,10 0-7 0,19 0-1 0,31 0-8 0,49-9 0 0,30-1-2 0,20 10 1 0,-11 0 0 0,-18 0-2 0,-41 0 2 0,-19-11 2 0,-10 11-2 0,-21 0 2 0,-19 0 0 0,-10 0 0 0,0 0 2 0,0-9-6 0,0 9-1 0,-10 9 1 0,10 12-103 0</inkml:trace>
  <inkml:trace contextRef="#ctx0" brushRef="#br0">10696 5189 37 0,'0'-21'15'0,"10"62"8"0,-10 17-1 0,-40 3-6 0,-29-23-6 0,-1-17-10 0,30 9-17 0,30-11-75 0</inkml:trace>
  <inkml:trace contextRef="#ctx0" brushRef="#br0">11122 4792 85 0,'0'-31'3'0,"0"52"2"0,-10 57 13 0,-9 23-10 0,10-2-6 0,9-20 0 0,19-29-28 0,-10-1-61 0</inkml:trace>
  <inkml:trace contextRef="#ctx0" brushRef="#br0">11638 5179 60 0,'0'10'10'0,"-49"59"3"0,29-19-6 0,-20-21-3 0,10-8-16 0,1-2-67 0</inkml:trace>
  <inkml:trace contextRef="#ctx0" brushRef="#br0">5735 6875 19 0,'0'-9'2'0,"-10"-1"11"0,10 0 21 0,0-10-20 0,0 10-7 0,20-1-3 0,39 2-3 0,41-1 3 0,0 0 0 0,8 20 0 0,-9 0 1 0,10-10-2 0,10 0 0 0,20-10 0 0,20 10-1 0,10 0-1 0,-21 0 0 0,1 0 0 0,0-10 0 0,-10-1 0 0,10 3 0 0,0 8 0 0,9-10 0 0,-19-1 0 0,20-8-3 0,-40 19 1 0,0-11 2 0,1 11-1 0,-12 0-1 0,-18 0 2 0,-21-9-1 0,-9 9-1 0,-1 9 1 0,-9-9 2 0,-20 11-1 0,-11-11 2 0,-9 0 1 0,0-11-3 0,0 2-38 0,-10 9-28 0</inkml:trace>
  <inkml:trace contextRef="#ctx0" brushRef="#br0">9396 7569 11 0,'0'0'3'0,"-10"0"1"0,0 0 2 0,10 0 16 0,0-9-9 0,-10 9 0 0,10 0-8 0,0 0 0 0,0 0 1 0,0 0-1 0,10 0-2 0,20-10-2 0,10 10 1 0,-1 0-1 0,11-11-1 0,-10 11 2 0,19 0-1 0,-9 0 1 0,-20-9 0 0,-1 9-2 0,-9 0 2 0,0 0 0 0,0 0-1 0,-9 0 0 0,-11 0 1 0,0 0 0 0,-21 0-1 0,-29 0 1 0,-9 9-2 0,-11-9 0 0,-9 0 2 0,19 11-1 0,11-1-1 0,9-10 0 0,10 9 1 0,10-9-2 0,11 11 2 0,-1-11 0 0,10-11-1 0,0 11 1 0,10 0-1 0,9-9 1 0,11-1-1 0,20 10 0 0,9 0 1 0,-9 0-2 0,-10 0 1 0,-1 0-1 0,1 0 2 0,-20 0 0 0,10-11 0 0,-1 11-1 0,-9 0 0 0,-10 0 1 0,10 0-1 0,-10 11 0 0,0-11 1 0,-10 0 1 0,0-11 1 0,11 11-3 0,-11 11-88 0,0-11 51 0</inkml:trace>
  <inkml:trace contextRef="#ctx0" brushRef="#br0">14407 6558 36 0,'-10'-21'15'0,"-20"12"-1"0,30-1 0 0,0 10-2 0,9 0-5 0,22 19-3 0,8 2-2 0,11-1-1 0,-10 9 0 0,-1 0 0 0,1 1 2 0,-10-9-1 0,-1-2 0 0,-19 2 1 0,-10-1 2 0,-10-10-1 0,-29 19 0 0,-1-10 0 0,0 11-2 0,-9-9-1 0,9 9-1 0,0 9 0 0,11-19-6 0,8 9-24 0,12-8-28 0,18-12 34 0</inkml:trace>
  <inkml:trace contextRef="#ctx0" brushRef="#br0">14813 6915 16 0,'0'0'3'0,"10"-11"-1"0,0 2 21 0,-10 0-4 0,-10 38 8 0,-29 1-16 0,-1-1-3 0,10 1-4 0,-10-1-2 0,1-8 0 0,9 9-1 0,10-11-7 0,10-8-27 0,20-11-37 0</inkml:trace>
  <inkml:trace contextRef="#ctx0" brushRef="#br0">15240 6796 32 0,'0'-10'4'0,"0"-19"19"0,0 19-1 0,-10 20-13 0,0 19-4 0,-10 20 0 0,10 2-2 0,20-3-2 0,10-17 0 0,20-11 1 0,0-20-1 0,-1 0 1 0,11-30-1 0,-20 0 0 0,-11-20 0 0,-9 10 1 0,-10-9 3 0,-19 10 0 0,-41-2-1 0,20 32-3 0,1 9 0 0,-11 9-1 0,10 21-1 0,11-1-21 0,9 32-65 0</inkml:trace>
  <inkml:trace contextRef="#ctx0" brushRef="#br0">14853 7521 26 0,'0'-11'9'0,"0"2"7"0,-20 9-1 0,10 9-3 0,-10 11-3 0,-9 0-3 0,-21 10-1 0,10-10-3 0,-19 10 0 0,29-10-2 0,20-11 1 0,0-9 0 0,10 9 0 0,0-9 0 0,10 11-1 0,30 18 0 0,9 1 1 0,31 20-1 0,-21-20 2 0,-39-11 0 0,-20 2 1 0,-10-11-5 0,10-10-32 0,10 0-35 0</inkml:trace>
  <inkml:trace contextRef="#ctx0" brushRef="#br0">15379 7679 51 0,'0'0'0'0,"0"-40"11"0,0 1 5 0,0 29-1 0,-20 10-6 0,0 10-3 0,0 29-4 0,10 1 0 0,10 0-2 0,10 10 0 0,20-21 0 0,10-9 2 0,9-10 0 0,1-20-2 0,-20-10 1 0,0-9 0 0,-21-11 0 0,1 19 0 0,-10-8 0 0,0-11 0 0,0 10 1 0,0 11 0 0,-19-2 0 0,0 12 0 0,-12-12 0 0,-9 12 1 0,11 0-2 0,-11 9 0 0,0 9-1 0,10 11-3 0,11 10-38 0,19-1-35 0</inkml:trace>
  <inkml:trace contextRef="#ctx0" brushRef="#br0">15845 6588 24 0,'0'0'0'0,"0"-21"8"0,40 12 14 0,19-12-2 0,31 12-15 0,-31 9-3 0,-19-10 0 0,-9 10 2 0,-22 0 2 0,-9 0-3 0,0 0-2 0,0 30-1 0,0 10 1 0,0 0 0 0,10 19 0 0,-10 1-1 0,0 28 2 0,0 2 0 0,0 0-1 0,0 19-1 0,9-20 0 0,1-10 1 0,-10 11-1 0,0-11 0 0,10-1-1 0,0-17 2 0,0-22-1 0,-10 11 0 0,0-10 0 0,0-10 1 0,0-1 0 0,-20-19 0 0,-49-10 0 0,-10 0-1 0,9 9 0 0,20-9 1 0,31 0-1 0,9-9-9 0,20-11-55 0,0 11 33 0</inkml:trace>
  <inkml:trace contextRef="#ctx0" brushRef="#br0">16351 7193 25 0,'-11'-10'1'0,"2"-1"5"0,9 11 11 0,0 0-9 0,-10 0 0 0,20-9-3 0,20 9 0 0,20-10-1 0,59-9 3 0,-10 9 1 0,0 10-5 0,1 0-3 0,-21 10 2 0,-39-10-1 0,-11 0-2 0,-20 0-4 0,-9-10-12 0,-9 0-13 0,-1-1-13 0</inkml:trace>
  <inkml:trace contextRef="#ctx0" brushRef="#br0">16857 6985 29 0,'0'0'0'0,"-28"-20"17"0,17 0 2 0,1 20-7 0,10 0-5 0,10 0-3 0,19 20-1 0,1 10-1 0,9-10-1 0,-8 19 1 0,-12-9 0 0,-10-11 0 0,-9 2 0 0,-19 8 1 0,-10 11 2 0,-10 0 0 0,8-10-2 0,11-1-2 0,20-9-1 0,0 0 1 0,-8-11-1 0,-3-9 2 0,11 0-2 0,0 0 0 0,-10 0-116 0</inkml:trace>
  <inkml:trace contextRef="#ctx0" brushRef="#br0">17532 7073 20 0,'-9'0'6'0,"18"-9"6"0,1-1-2 0,10 0-5 0,-10-1 1 0,0 2-2 0,-10-20-1 0,9 8 0 0,-9 2-2 0,0 9 0 0,0-10 0 0,-9-1 0 0,-11 3-1 0,0 18 0 0,1 0 0 0,-12 0 1 0,11 0-1 0,1 9 4 0,0 0 1 0,-2 21-3 0,11-9-2 0,0 19 1 0,0-11-1 0,10-9 1 0,10 0-1 0,0-11 0 0,21-9 0 0,-12-9 0 0,0-1 0 0,1-11 0 0,-10 3 1 0,11-12-1 0,-2 10 1 0,1 0 3 0,-20 20-1 0,10 0-1 0,0 0 1 0,-10 29 0 0,0 1-1 0,0 10-1 0,0-20-1 0,9 10-16 0,-9-30-36 0,10 9 23 0</inkml:trace>
  <inkml:trace contextRef="#ctx0" brushRef="#br0">17919 6895 26 0,'0'-9'14'0,"-10"-21"7"0,0 20-6 0,-30 10-3 0,11 20-5 0,-11 29-3 0,10-9-3 0,20 20-1 0,30-21 0 0,30-9-1 0,19-20-2 0,11-31 2 0,-11-19 2 0,0-8-1 0,-29-12-3 0,10-30 2 0,-21 2 1 0,1 7 1 0,-10 33 3 0,-20 37-2 0,0 11-1 0,-20 29 0 0,-10 41 2 0,30 20-2 0,0-11-1 0,30-9 1 0,0-20-1 0,10-41 1 0,19-9 0 0,1-39-2 0,-1-1 1 0,1-10 2 0,-30 31-2 0,-20 9 0 0,-10 30 4 0,0 29-1 0,0-9-4 0,9 9 2 0,1-20-17 0,10-8-35 0,-20-21 9 0</inkml:trace>
  <inkml:trace contextRef="#ctx0" brushRef="#br0">18752 6677 48 0,'0'-30'9'0,"10"11"-34"0,-10 19 0 0</inkml:trace>
  <inkml:trace contextRef="#ctx0" brushRef="#br0">17978 6727 61 0,'0'-10'5'0,"30"-10"-1"0,99 0-4 0,40 9-61 0</inkml:trace>
  <inkml:trace contextRef="#ctx0" brushRef="#br0">18802 6846 49 0,'-9'-11'6'0,"-2"-8"7"0,22 29-6 0,17 109 8 0,12-79-9 0,10-40 4 0,10-40-5 0,-11-30-3 0,-9 21-1 0,-20 19-17 0,0 39-40 0,-10 2 16 0</inkml:trace>
  <inkml:trace contextRef="#ctx0" brushRef="#br0">19248 6995 11 0,'10'-10'4'0,"30"-10"-2"0,0-11 10 0,-30 1 6 0,-10-18-5 0,-10 27-10 0,0-9-2 0,0 21 0 0,-10-1 3 0,0 10-1 0,-10 0-1 0,1 10 0 0,-1 20 1 0,0 0-1 0,0 9-1 0,11 0 1 0,19-18-1 0,9-21 1 0,21-10 0 0,20-1-2 0,-10 2 0 0,-31 18-1 0,21 12 1 0,20-2 1 0,19-19 0 0,21-19 0 0,-1-21-1 0,-10-40-2 0,-19-19-6 0,-21-1 3 0,-9 1 2 0,-20 21 3 0,-20 38 0 0,0 19 0 0,-10 21 2 0,-9 40 2 0,-11 30-2 0,10 29 0 0,10 0-2 0,20-9 0 0,20-11 0 0,20-50 1 0,0-18-2 0,29-40 1 0,10-11 0 0,-19-1-1 0,1 12 0 0,-43 18 3 0,2 3 0 0,-20 16 2 0,-10 13-4 0,10 9 2 0,0 0-2 0,10-1-2 0,30-9 2 0,9-20 0 0,1-9 0 0,-10-11 0 0,-10 10 0 0,-21 0 0 0,-9 10 1 0,10 0 0 0,0 20-1 0,10 0 0 0,10-11 0 0,-10-18 2 0,0-21-1 0,-1-10-1 0,-19-11-3 0,-19 22 2 0,-11 10 1 0,-10 19 0 0,0 10 0 0,1 10 0 0,29 9-1 0,10-9 1 0,30-11 2 0,29-9-3 0,11 0-1 0,-31 0 2 0,11 11 2 0,0-1 2 0,-11-10-1 0,11-21-2 0,-9-8 0 0,-3 10-1 0,-17 19 0 0,-2 29 3 0,11-10-1 0,8-8 0 0,-7-22-8 0,-21-29-15 0,-40-19-10 0,10-19 9 0,10 17 22 0,10 52-22 0</inkml:trace>
  <inkml:trace contextRef="#ctx0" brushRef="#br0">19556 6537 67 0,'-30'0'1'0,"0"-9"-1"0,120-1 4 0,59 0-5 0,69 10-63 0</inkml:trace>
  <inkml:trace contextRef="#ctx0" brushRef="#br0">21630 6468 70 0,'0'-30'2'0,"0"-48"3"0,39 57-5 0,-39 12-1 0,-29-1 2 0,-31 29 0 0,1 40-1 0,-1 32 1 0,50 8-1 0,40 10 0 0,0-1 1 0,-20-27-1 0,-30-33 1 0,-30-17-7 0,-9-22-41 0,49 2 24 0</inkml:trace>
  <inkml:trace contextRef="#ctx0" brushRef="#br0">21233 6636 62 0,'0'0'0'0,"-20"-69"6"0,81 69-6 0,7-9-1 0,10 18 3 0,3-9-2 0,8 0-31 0,-69 0-2 0</inkml:trace>
  <inkml:trace contextRef="#ctx0" brushRef="#br0">21917 6429 54 0,'0'0'12'0,"-19"20"-1"0,9 30-9 0,20-21-6 0,19-29-39 0,1 0 13 0</inkml:trace>
  <inkml:trace contextRef="#ctx0" brushRef="#br0">22146 6459 36 0,'0'0'0'0,"-10"-10"31"0,0 29-25 0,30 12-71 0</inkml:trace>
  <inkml:trace contextRef="#ctx0" brushRef="#br0">13107 5675 27 0,'-10'-30'18'0,"10"30"-9"0,30-11 8 0,-20 11-2 0,9-9-10 0,21 18-1 0,10 12 0 0,49 28 5 0,-40-8-6 0,-19-2-3 0,-30 21 0 0,0-2 1 0,-20 12 0 0,-30 10-2 0,-9 9 1 0,-31 1 0 0,1 9 0 0,-10-10 1 0,-11-9 0 0,11-21 0 0,10 1 0 0,29-31 0 0,20-10 0 0,11-8 3 0,9-22 0 0,0-8-2 0,10 0 0 0,0-21-1 0,0 0 0 0,10 10-1 0,0 1-1 0,9-1 3 0,-9 0-2 0,10 10 0 0,-10 20 1 0,-10 0-1 0,0 20 0 0,0 10 0 0,-10 19 0 0,-10-9-1 0,10 10 2 0,-19-12-2 0,19 3 1 0,0-1 0 0,-10-21 0 0,20 2 1 0,0-13 0 0,20-8 0 0,20 0 0 0,19-8-1 0,1 8 0 0,-11 0 1 0,1 0 1 0,-20 8-2 0,-21-8 1 0,-9 0-2 0,0 11-111 0</inkml:trace>
  <inkml:trace contextRef="#ctx0" brushRef="#br0">2947 7233 51 0,'0'0'0'0,"-31"-10"8"0,31 10-8 0,-9 0 2 0,18 0 9 0,52-10 8 0,68 10-10 0,39 0-6 0,1-20 0 0,-10-1-2 0,-80 12 0 0,-59 9 1 0,-50 0-3 0,-20-10-19 0,11-19-3 0,19-1 15 0,-10-10 7 0,10 30 1 0,0-10 5 0,11 0 4 0,-1 20 0 0,10 0-4 0,19 29 4 0,21 11-4 0,20 1-2 0,-1-12-1 0,1 0 0 0,-30-8-1 0,-30 9 1 0,-40 0 0 0,-10-12-1 0,1 12 1 0,19-9-1 0,20-2-1 0,-1 2 0 0,2-12 2 0,9 2-2 0,0-11 2 0,0 0-1 0,-10 0-1 0,1 0 0 0,-2 0 0 0,1 0 1 0,10 0-1 0,0 0-13 0,-10 10-43 0,10-2 14 0</inkml:trace>
  <inkml:trace contextRef="#ctx0" brushRef="#br0">14159 6350 24 0,'0'-11'13'0,"-10"-18"-6"0,10 18 7 0,-10 2-7 0,-30 18-2 0,-39 31 0 0,-70 70 2 0,119-60-5 0,30 18-1 0,10 1 0 0,40 1 0 0,-1 10-1 0,1 0 0 0,-20-12 0 0,-21-7 1 0,-48-12 1 0,-11 1 3 0,-9-20-2 0,19-11-2 0,20 1 0 0,10-11-1 0,0 12 0 0,30-1 1 0,10 0 0 0,19 10-2 0,-19 19 2 0,-20 1-1 0,-10 19 0 0,-10-9 1 0,0-1-1 0,10 0 0 0,-20 11 0 0,-9 10 2 0,9-11 2 0,0 1-1 0,30-11-2 0,20-19 2 0,19-10 2 0,1-11-3 0,0-30 1 0,9-37-38 0,-29-3-47 0</inkml:trace>
  <inkml:trace contextRef="#ctx0" brushRef="#br0">13305 7223 57 0,'0'-10'7'0,"-39"-10"-5"0,58 10 2 0,21 10 6 0,39 0-1 0,41 10-3 0,-20-1-4 0,-41-9-1 0,-50 0 3 0,-9-30-2 0,-40 1-1 0,-9-11 0 0,9 10 0 0,40 21 0 0,20 29-1 0,21 30 1 0,7-1-1 0,-37 1 2 0,-91-1 0 0,-69 31-102 0</inkml:trace>
  <inkml:trace contextRef="#ctx0" brushRef="#br0">4554 8215 27 0,'0'-11'4'0,"0"11"25"0,0 11-24 0,0-1 5 0,10 0-2 0,0 10-3 0,0 10-2 0,-10 19 3 0,0-19-5 0,0 10 1 0,10-21 0 0,-10 0-2 0,0 2 2 0,0-12-1 0,-10-9 0 0,10 0 2 0,10 11-3 0,-10-11 1 0,20 0 1 0,0 0-1 0,19-11-2 0,1 11 2 0,-10 0-1 0,9-9-1 0,21 9 1 0,-1 0 0 0,21 0 1 0,-1 0 0 0,20 0-1 0,-19 0 2 0,-1 0-2 0,-9-10 1 0,9 10 0 0,0 0 1 0,11-11-2 0,-21 11 1 0,-29 0-1 0,-10-9 1 0,19 9-1 0,-9 0 1 0,9 0-1 0,-19 0-1 0,-10 0 2 0,0 0-1 0,1 0 1 0,-12-10-1 0,1-9 1 0,-10 9 0 0,0 0-1 0,0-20 1 0,0 10-1 0,-10-11 1 0,10 13-1 0,0 7 1 0,0 11-1 0,-9 20 1 0,9 10 0 0,0 0 0 0,19 0-10 0,-19-20-88 0</inkml:trace>
  <inkml:trace contextRef="#ctx0" brushRef="#br0">10061 8681 15 0,'0'-11'8'0,"0"3"0"0,10-2 11 0,-10 10-7 0,-10 0 9 0,-20 10-20 0,-20 9 0 0,-19 1 0 0,9-11-1 0,22 2 0 0,7-1 0 0,11-1 1 0,0 12 0 0,10-11 2 0,0 10 1 0,10 9 0 0,0 11-2 0,0 0 2 0,10 29-3 0,-10-9 3 0,0 29-2 0,0-10 1 0,0 0-2 0,10 11 2 0,-10-12-4 0,0 13 2 0,10-13-3 0,0 12 3 0,-10 0-2 0,10-11 2 0,0 0-1 0,-10 11 0 0,10-22 1 0,-10-7-1 0,10-2 0 0,1-10-1 0,17-9 2 0,3 0 0 0,8-21-1 0,11-8 1 0,-1-11 0 0,11 0 0 0,-21 0 0 0,-9 0 0 0,-30 0-1 0,-20 0-87 0</inkml:trace>
  <inkml:trace contextRef="#ctx0" brushRef="#br0">12254 9305 49 0,'0'0'4'0,"-10"0"18"0,0-8 5 0,10 8-13 0,0 0-2 0,10 0-7 0,29-10 0 0,51 10 0 0,19-11 4 0,0 11-2 0,-20 0 2 0,-39 0-7 0,-40 0 1 0,-10-9 0 0,-20 9-1 0,-40 0-4 0,-29 9 5 0,-30 12-4 0,21-21-1 0,27 0 5 0,22 0-2 0,39 0-2 0,30 0 2 0,69-10-1 0,70 10-3 0,-50 0 5 0,-40 0-1 0,-59-11-1 0,-50 11-143 0</inkml:trace>
  <inkml:trace contextRef="#ctx0" brushRef="#br0">13702 9316 30 0,'0'-11'4'0,"-10"3"13"0,10 8 4 0,0-10-3 0,0 10-2 0,0-11-2 0,30 11-11 0,0 0-1 0,-1 0 2 0,-10 0 0 0,-19 0 2 0,-9 0 3 0,-10 0-6 0,-12 0 0 0,-8 0-3 0,9 0 2 0,10 0-2 0,20 0 2 0,40-9-3 0,20 9 2 0,9 0-1 0,-29 0 2 0,-10 0-2 0,-20 0 2 0,-20 0-2 0,-10 0 1 0,-20 0-1 0,0 9 1 0,21-9-3 0,9 0 3 0,20 0-1 0,18 0 0 0,-7 0 1 0,-1 0 0 0,-20 0-2 0,0 0 1 0,-10 0-2 0,10 0 4 0,0 11-1 0,0-11-2 0,-10 0 0 0,10 0 2 0,-10 0-1 0,10 0 0 0,0 0 0 0,-11 0 1 0,11 0-2 0,0 0 1 0,0 0 0 0,-9 0 0 0,9 0 0 0,0 0 1 0,0 10-1 0,0-10-1 0,0 0 1 0,0 0 0 0,0 0 1 0,0 0-2 0,0 0 2 0,0-10-1 0,0 10 1 0,0-11-1 0,0 11 0 0,0-9 0 0,9 9 0 0,-9 0 0 0,0 0-3 0,0 0-14 0,0 0-25 0</inkml:trace>
  <inkml:trace contextRef="#ctx0" brushRef="#br0">14049 9217 17 0,'0'0'14'0,"0"0"0"0,0-11 14 0,10 2-6 0,-10 9-6 0,0 9-4 0,0 2-4 0,0 9 1 0,10-11-6 0,0 2 4 0,0 19-3 0,-10-12 0 0,0-7-4 0,0-1 4 0,0 9-6 0,0 2 5 0,10-12-2 0,0 2 0 0,0-11 0 0,10 10 0 0,0-10-2 0,49 0 4 0,-19-10-3 0,20 10-1 0,8 0 3 0,2 0-2 0,-11 0 0 0,1-11 1 0,9 11-1 0,10 0 1 0,1 0-1 0,9 0 1 0,-10 0-1 0,-19-9 0 0,-11 9 1 0,-19 0-1 0,-10 0 1 0,-11 0 0 0,1 0-1 0,0 0 0 0,0 0 0 0,10 0 0 0,0 0 1 0,-1 0-1 0,-9 0 0 0,-10-10 1 0,0 10-1 0,0-11 1 0,-10-8-1 0,0 9 1 0,0-1-1 0,0-7 2 0,0-2-1 0,0-1 1 0,10 21-1 0,-10 21-1 0,0 9 0 0,0-11-1 0,20 10-95 0,-20-29 38 0</inkml:trace>
  <inkml:trace contextRef="#ctx0" brushRef="#br0">14268 8364 26 0,'0'0'8'0,"0"-10"16"0,0-1-9 0,10-8-5 0,-10 9-4 0,0-10 0 0,0 11 2 0,0-11-1 0,0 10-1 0,-10-10 0 0,1 20 0 0,-12 0-3 0,1 0-1 0,0 9 1 0,10 2-3 0,0 8 1 0,-9 10 1 0,-1-8-2 0,10 9 1 0,10 10 0 0,20-11-2 0,9-10 3 0,-9-19 1 0,0-9-3 0,0-11 2 0,1-9-2 0,-12 9 1 0,1 10 0 0,-1 20 3 0,-9 10 0 0,0 19-3 0,10-20 0 0,20 2-27 0,-9-21-74 0</inkml:trace>
  <inkml:trace contextRef="#ctx0" brushRef="#br0">14615 8423 100 0,'0'0'17'0,"-10"-10"5"0,30-9-2 0,29 9-17 0,1 10-3 0,-10 0-31 0,-1 0-70 0</inkml:trace>
  <inkml:trace contextRef="#ctx0" brushRef="#br0">15111 8294 99 0,'-20'-20'18'0,"-1"40"-9"0,2 20 6 0,19 20-9 0,0-12-1 0,0-7-2 0,0-21 0 0,0-11-1 0,0 2 0 0,0-22 0 0,0 2 0 0,0-11-1 0,0-10-1 0,0-10 1 0,0 0 0 0,10-9 0 0,-10-1-1 0,0 11 1 0,9 8 0 0,12 12-2 0,9 8 0 0,0 11 1 0,-10 11 1 0,-1 29 0 0,-19-21 0 0,0 2 2 0,-19-12 0 0,-41 11-5 0,0 20-49 0,41-20-60 0</inkml:trace>
  <inkml:trace contextRef="#ctx0" brushRef="#br0">15806 9287 25 0,'0'0'0'0,"-10"0"19"0,0 0 12 0,-20-11-5 0,10 11-8 0,10-9-7 0,20 9-8 0,10 0 0 0,30 0-2 0,-1-10 2 0,1 10-1 0,-30 0 1 0,-20 0 2 0,-10 0-2 0,-20 0 0 0,-10 10-3 0,-9-1 2 0,9-9-2 0,10 0 2 0,20 0 0 0,20 0-1 0,30 0-1 0,0 0 0 0,9-9 1 0,-9 9-1 0,-40 0 1 0,-10 0 1 0,-20 9-2 0,-10-9 1 0,1 0-1 0,9 11 1 0,10-11 1 0,20 0-1 0,10 0 0 0,10 0-3 0,-10 10-65 0,0-10-18 0</inkml:trace>
  <inkml:trace contextRef="#ctx0" brushRef="#br0">15627 9336 35 0,'0'0'0'0,"-9"-10"22"0,18 0-1 0,41-1-12 0,9 3-2 0,1 8-2 0,-50 0-3 0,-1 0 6 0,-18 0-2 0,-31 0-4 0,0 0 1 0,-9 0 1 0,18 8 0 0,31-8-1 0,21 0 0 0,17 0-1 0,3 0-1 0,-1 0 0 0,-20 0 1 0,-11-8 2 0,-28 8-2 0,-11 0-1 0,0 0-1 0,-10 8 1 0,30-8-1 0,20 0 1 0,30-8 0 0,10 8 0 0,-11 0-1 0,-9 0 1 0,-30 8 0 0,-10-8 0 0,-10 0-1 0,1 0 1 0,9 0-1 0,10 0 1 0,0 0-2 0,19-8 2 0,1-2 0 0,-10 10 0 0,0-11-2 0,-30 11 1 0,-9 0 0 0,-21 0-1 0,-1 0 4 0,42 0-4 0,18 0 1 0,22 0-1 0,9 11 2 0,-10-11-2 0,-11 0 4 0,-19 0-4 0,0 0 1 0,0 0 1 0,10-11-1 0,-10 11 1 0,0 0 0 0,0 0 0 0,10 0-2 0,-10 0 2 0,-10 0-65 0,10 0-13 0</inkml:trace>
  <inkml:trace contextRef="#ctx0" brushRef="#br0">10805 10259 66 0,'-50'-11'12'0,"11"2"16"0,9-1-12 0,30 0-5 0,30 10-7 0,49 0 1 0,50-11-2 0,10 2 2 0,-31 9 0 0,-57 0-2 0,-61 0 1 0,-40 0-2 0,-39 0-2 0,-20 20 3 0,19-10-2 0,1 9-2 0,49-8-1 0,30-11 4 0,50 0-3 0,49-11 4 0,40 2-4 0,-10-1 1 0,-19 0 1 0,-61 10 2 0,-39 0-1 0,0 0 0 0,-19 0-2 0,19 0 0 0,-10 0 0 0,10 10 1 0,10-10 0 0,-10 0-1 0,0 0-1 0,9 0 0 0,-9 10 2 0,10-10 0 0,-10 0-1 0,20 0 0 0,-10 0-1 0,-10 0 1 0,10 0 2 0,-10 0-1 0,10 9-18 0,-20 2-123 0</inkml:trace>
  <inkml:trace contextRef="#ctx0" brushRef="#br0">12432 10299 32 0,'0'-10'17'0,"-10"10"8"0,20 0-14 0,-1 0-4 0,12 0-2 0,38-11-2 0,1 2 1 0,-10-1-2 0,-41 10-1 0,-9 10-14 0,0-1-66 0</inkml:trace>
  <inkml:trace contextRef="#ctx0" brushRef="#br0">13920 10309 34 0,'-19'0'20'0,"-1"0"0"0,20 0-11 0,10 9-2 0,9-9-3 0,21 0-3 0,-10 0-13 0,10 10-59 0</inkml:trace>
  <inkml:trace contextRef="#ctx0" brushRef="#br0">14684 10338 9 0,'0'0'-6'0</inkml:trace>
  <inkml:trace contextRef="#ctx0" brushRef="#br0">15974 9852 27 0,'0'-20'14'0,"0"-1"11"0,-30 13-10 0,11-2-6 0,-11 10 1 0,-10 18-2 0,0 33-2 0,11 9 0 0,-1-2-2 0,30 3-1 0,30-23 0 0,19-17 0 0,21-21 0 0,-1-30 0 0,-9-9 0 0,-30-21-1 0,-21 0-1 0,-18 11 0 0,-11-10 1 0,0 9-3 0,-20 30 2 0,0 20-1 0,-9 20-2 0,-11 20 2 0,11 19 1 0,19 0 0 0,20 10-2 0,10-18 3 0,30-3-3 0,19-27 2 0,21-12 1 0,-1-28 1 0,-9-10-1 0,-1-52 0 0,-59 41 0 0,0-8-2 0,-10-3 1 0,-19 21-1 0,-1 22 1 0,10-2-3 0,10 28-35 0,10 3-65 0</inkml:trace>
  <inkml:trace contextRef="#ctx0" brushRef="#br0">15835 9811 74 0,'0'-18'22'0,"10"28"4"0,10 39-5 0,30 21-10 0,9-12-5 0,-9-17-3 0,-20-12 0 0,-20-18-26 0,-10-11-99 0</inkml:trace>
  <inkml:trace contextRef="#ctx0" brushRef="#br0">16054 9793 69 0,'0'-30'7'0,"0"30"8"0,-30 59 13 0,-30 30-14 0,11-9-8 0,9-10-3 0,20-31-9 0,0-19-120 0</inkml:trace>
  <inkml:trace contextRef="#ctx0" brushRef="#br0">15815 9872 54 0,'0'-10'9'0,"10"-11"12"0,-10 32 2 0,20 48-8 0,20 10-9 0,19-8-3 0,-19-23-20 0,-20-27-80 0</inkml:trace>
  <inkml:trace contextRef="#ctx0" brushRef="#br0">16064 9832 73 0,'-20'-10'26'0,"-10"60"-13"0,-20 18-4 0,11-7-7 0,9-21-18 0,0-20-71 0</inkml:trace>
  <inkml:trace contextRef="#ctx0" brushRef="#br0">15796 9991 77 0,'0'0'12'0,"0"10"7"0,59-10-6 0,30-10-9 0,-29 20-7 0,-40-1-92 0</inkml:trace>
  <inkml:trace contextRef="#ctx0" brushRef="#br0">16470 9674 50 0,'0'-20'25'0,"0"-10"3"0,10 0 1 0,-10 20-20 0,0 10-2 0,-39 29 2 0,-11 32-5 0,-10 18-1 0,10 20-1 0,22 0-3 0,28-19 2 0,39-32 2 0,20-27-3 0,-9-12 3 0,-20-9-2 0,-20-9-18 0,-10-12-116 0</inkml:trace>
  <inkml:trace contextRef="#ctx0" brushRef="#br0">16560 9793 86 0,'0'-30'15'0,"10"9"21"0,-1 12-19 0,1 29-9 0,-20 38 2 0,-9 3-4 0,19-11-2 0,0-11 1 0,0-29-4 0,10-10-3 0,-1 0-49 0,-9-10-71 0</inkml:trace>
  <inkml:trace contextRef="#ctx0" brushRef="#br0">16738 9624 119 0,'10'-20'4'0,"20"10"11"0,10 70-1 0,-11 49-6 0,-19 30-1 0,-30-40-1 0,-39-30 1 0,-11-39-3 0,41-10-2 0,19-20-44 0,10-11-73 0</inkml:trace>
  <inkml:trace contextRef="#ctx0" brushRef="#br0">12263 9336 48 0,'-9'-10'14'0,"9"10"6"0,0 0 3 0,-10 0-10 0,0 0-2 0,0 0-2 0,10 0 1 0,20-10-1 0,39 10-8 0,20 0-1 0,1 0 3 0,9 0 0 0,-9-11-1 0,-41 3 2 0,-19 8 1 0,-20 0-2 0,-20 0-1 0,-29 0-1 0,-21 8-1 0,-9 13 0 0,-1-2 0 0,1-8 2 0,20-1-2 0,19-1 1 0,20-9 0 0,20 0-2 0,40 0 1 0,29-9 0 0,10-1-1 0,11-10 1 0,-32 10 1 0,-17 10-1 0,-21-10 0 0,-20-1 0 0,0 11 1 0,0-8-1 0,0 8 1 0,10 0-3 0,-10 0 4 0,10 0-3 0,-10 0 3 0,0 0-2 0,10 0-2 0,-10 0 3 0,0 0-1 0,0 0-1 0,10 0 2 0,-10 0 1 0,0 0-4 0,0 0 3 0,0-10-2 0,9 10 2 0,-9 0-1 0,0 0-10 0,0 0-81 0</inkml:trace>
  <inkml:trace contextRef="#ctx0" brushRef="#br0">14129 9206 31 0,'0'0'20'0,"0"-9"-3"0,0 18 10 0,-10 22-17 0,10-1-3 0,0 8-5 0,0 2 0 0,0-19-1 0,0 9 1 0,0-20-1 0,0-1 1 0,10 2-1 0,10-11 1 0,-1 9 0 0,21-9 0 0,11 0 0 0,27 0 0 0,20 0-1 0,-7-9 0 0,-2 9 0 0,-10 0 0 0,11 0-1 0,-11 9 1 0,0-9-2 0,1 0 2 0,-21 0-2 0,1 0 3 0,-11-9-2 0,-9 9 1 0,0 0-2 0,-1-11 1 0,-9 2 2 0,0 9-1 0,-10 0-2 0,-20-10 3 0,10-11-1 0,-10 12-2 0,10-12 4 0,0 12-3 0,0-1 0 0,-1-11 2 0,1 13 2 0,-10-2-3 0,10 10 1 0,-10 0-1 0,-10 18-2 0,10-7 2 0,0-1-2 0,0-10-2 0,10 0-44 0,-10 10-33 0</inkml:trace>
  <inkml:trace contextRef="#ctx0" brushRef="#br0">15716 9287 13 0,'0'-11'10'0,"0"11"8"0,-11 0 8 0,11 0-13 0,-9-9-8 0,-1 9 4 0,1 0-2 0,-1 0 3 0,10 0-1 0,-10 0-3 0,10 0-2 0,0 0-2 0,0 0-1 0,0-10-1 0,10 10 1 0,9 0-1 0,21 0 2 0,0 0-2 0,-10 0 0 0,-1-11 1 0,-9 2 1 0,0 9 0 0,-10 0-1 0,-10 0 1 0,0 0-2 0,-20 0 2 0,-10 0-3 0,-9 9 2 0,9-9 1 0,-21 0-1 0,13 0-1 0,17 0 2 0,12 0-3 0,-1 0 2 0,20 11 1 0,10-11-4 0,19 0 3 0,1 0-1 0,10-11 1 0,-11 11-1 0,-19 0 0 0,0 0 1 0,0 0-1 0,0 0 0 0,-20 0 0 0,0 0 1 0,10 0-1 0,-10 0 1 0,0 0-1 0,0 0 0 0,0-9 2 0,0 9-1 0,10 0-1 0,-20 0-52 0,10 0-21 0</inkml:trace>
  <inkml:trace contextRef="#ctx0" brushRef="#br0">16470 9048 58 0,'-20'-9'6'0,"1"9"2"0,9-10 19 0,30 0-17 0,49-10 8 0,50-1-2 0,30 2-11 0,10 19-2 0,-11 0-2 0,-38 0-2 0,-61 0 2 0,-29 0 1 0,-20 0-1 0,-20-30-1 0,-10 10 1 0,-9-10-2 0,9 21 2 0,30-1-1 0,30 20-2 0,9 20 1 0,1 8 2 0,-30-7-1 0,-69-1-4 0,-21-10-52 0,80-20-11 0</inkml:trace>
  <inkml:trace contextRef="#ctx0" brushRef="#br0">17691 9068 109 0,'-10'-10'8'0,"10"-9"3"0,49-31 10 0,11-10-16 0,-1-39-2 0,-19-21-1 0,-20 42-1 0,-20 28 1 0,-10 30 1 0,-10 20 0 0,0 49-1 0,1 41 0 0,-1 0-2 0,10-2 1 0,30-29 1 0,19-19 0 0,11-19-5 0,-20-21-25 0,-10-21-49 0,-20 12 34 0</inkml:trace>
  <inkml:trace contextRef="#ctx0" brushRef="#br0">17631 8780 110 0,'20'-19'6'0,"40"-2"4"0,69-9-4 0,-10 21-70 0,-109 9 20 0</inkml:trace>
  <inkml:trace contextRef="#ctx0" brushRef="#br0">18078 8780 98 0,'-9'-9'15'0,"9"18"-16"0,19 20 20 0,10 22-4 0,-9-2-11 0,-10-29 0 0,-10 0 0 0,-20-31 3 0,20-18-3 0,0 20-3 0,31-31 1 0,37 0-9 0,22 20-55 0,-60 11-5 0</inkml:trace>
  <inkml:trace contextRef="#ctx0" brushRef="#br0">18504 8870 3 0,'10'9'1'0,"40"2"2"0,-10-22 16 0,-21 2 2 0,-19-22-3 0,0-17-5 0,-10 8-7 0,1 20-5 0,-11 10-1 0,-10 10 2 0,-10 19-2 0,1 21 0 0,9 0 0 0,10 10-1 0,20-20 2 0,0-1 0 0,20-29 0 0,10 0-1 0,-1-20 2 0,11-10-1 0,0-10 2 0,-20 10 1 0,-20 21-1 0,0 0 0 0,0 9-3 0,0 18 0 0,0 3 0 0,0 19-1 0,9-10 0 0,21-1 1 0,10-20 0 0,11-9 0 0,8-18 0 0,-20-23 1 0,-10 1 0 0,-10 1 0 0,-19 19-1 0,11-9 0 0,-1 18 0 0,-10 32 0 0,-10-2 1 0,10 10-2 0,10 12 2 0,0-21-3 0,10-11 3 0,10 2-1 0,-10-22 0 0,19-8 2 0,-9-2-2 0,10-9 0 0,-20 21 1 0,-11-11 0 0,-9 20 0 0,0 20-1 0,0 0 0 0,0-10 0 0,0 10 0 0,0-10 1 0,0-10 1 0,10-10 0 0,20-20-1 0,10 10-1 0,0 11-1 0,-1 9 1 0,-9 18 0 0,-20-7 0 0,0-1-2 0,-20-10-21 0,0-10-30 0,0 10 22 0</inkml:trace>
  <inkml:trace contextRef="#ctx0" brushRef="#br0">19189 8472 81 0,'-20'-9'8'0,"10"9"-12"0,40 9-72 0</inkml:trace>
  <inkml:trace contextRef="#ctx0" brushRef="#br0">10200 8512 25 0,'10'-9'13'0,"-10"9"6"0,0-20 3 0,10 20-10 0,-10-11-5 0,-10 11-1 0,-20 11-2 0,-10-1-1 0,-29 9 0 0,9 2-1 0,1 8 0 0,-1 1-1 0,10 0 1 0,-9 18-2 0,19 3 0 0,11-11 1 0,19 8-2 0,10 13 2 0,10-11-1 0,19 8 1 0,-9-17-1 0,0 8 1 0,-20 11-1 0,-10-20 1 0,-10-2 2 0,-10 2-2 0,1 1 1 0,-21-2 0 0,0-9-1 0,11 0 0 0,9-10 0 0,0 0-1 0,10-11 0 0,10 0 2 0,1-9-2 0,18 0 0 0,11 0 1 0,20 0-1 0,10 21 0 0,-11 9-2 0,-9 10 1 0,-20-2-1 0,-10 13 2 0,0 8 0 0,0 0 1 0,0 2 0 0,-10-2 0 0,-10 11 0 0,10-11 0 0,0 0-1 0,10 0 1 0,0 2-1 0,10-12 1 0,-10 1-2 0,30-10 1 0,0-11 1 0,10-9 0 0,19-10-1 0,-9-10 2 0,-11 0-1 0,11-21 0 0,-30 12-1 0,10-1 1 0,-21 0 0 0,-9 1 0 0,0 9 0 0,0 0-1 0,0 0 0 0,10 0 1 0,-10 9-1 0,0-9 0 0,0 0 1 0,10 0-1 0,-10 0 3 0,10 0-3 0,-10 0-4 0,20-29-124 0</inkml:trace>
  <inkml:trace contextRef="#ctx0" brushRef="#br0">15776 9267 23 0,'-20'0'13'0,"0"0"14"0,20 0-12 0,20 9 2 0,20-9-8 0,19 11 3 0,-19-11-3 0,-30 0-3 0,-10-11 0 0,-30 11-3 0,-30 0 0 0,-9 0-2 0,9 11 2 0,11 7-3 0,39-18 1 0,20 11 0 0,30-11 0 0,19 0 0 0,11 0-1 0,-1-11 3 0,-39 11 0 0,-20-8-2 0,-30 8 2 0,-40 8-5 0,-9-8 4 0,-1 11-3 0,41-1 2 0,19-10 0 0,30 0 0 0,29 0-2 0,11-10 1 0,-1-1 0 0,-19 11 2 0,-30-8 0 0,-10 8-1 0,-20 0-1 0,0 0 0 0,0 8 2 0,20 3-3 0,10-11 0 0,0 0 2 0,-10 0-1 0,0 0 0 0,10 0 1 0,0 0-1 0,-10 10 0 0,0-10 1 0,0 0-2 0,0 0 2 0,0 0-1 0,0 0 0 0,10 0 0 0,-10 0 0 0,0-10 0 0,0 10 0 0,0 0 0 0,10 0 0 0,-10 0 1 0,0 10-1 0,0-10-1 0,0 10 2 0,0-10-2 0,0 0 1 0,0 0-1 0,0 0-1 0,0-10-7 0,10 10-7 0,-10-10-24 0,0 10-40 0</inkml:trace>
  <inkml:trace contextRef="#ctx0" brushRef="#br0">16490 10309 9 0,'0'-10'16'0,"0"10"3"0,0 0 5 0,-10 0-3 0,-10 0-10 0,10 0-6 0,1 0-3 0,9 10 0 0,29-10 1 0,1 0 7 0,30 9-2 0,-21-9-6 0,-29 0-1 0,-20 0 1 0,-99 10 0 0,40 9 0 0,29-8-1 0,20-11 1 0,20 0 0 0,20 0 0 0,20 0 0 0,29-11 0 0,1 2 1 0,-11 9-2 0,-39 0-1 0,-40-10 6 0,-20 10-5 0,-29 10-1 0,9-10 1 0,11 9-1 0,19 2 0 0,20-11 0 0,20 0 0 0,30 0 1 0,9-11-2 0,1 11 2 0,-10 0-1 0,-40 0 0 0,-20 0 0 0,-20 11 0 0,-19-11 0 0,19 10 1 0,30-10-1 0,30 0 0 0,10-10 0 0,9 10 0 0,-9-11 0 0,-10 11 0 0,-10 0 1 0,0 0-94 0,-10 0 45 0</inkml:trace>
  <inkml:trace contextRef="#ctx0" brushRef="#br0">15677 9257 7 0,'0'0'0'0,"0"0"20"0,-10 0 0 0,10-11-9 0,19 2-9 0,41 9 2 0,0 9 0 0,-1 2 1 0,-29-1-3 0,-20-10 1 0,-30 0 1 0,-30 9-3 0,-9-9 1 0,9 0 2 0,29 0 1 0,21 0-4 0,41 0 1 0,9 0 0 0,-31 0-1 0,-38 0-84 0</inkml:trace>
  <inkml:trace contextRef="#ctx0" brushRef="#br0">11797 7481 5 0,'0'0'5'0,"-19"0"0"0,-12 0-3 0,-8 10 7 0,19 9 10 0,10-19-4 0,10 0-2 0,41-9-3 0,7 9-1 0,2 0-5 0,-20 9-1 0,-20-9 4 0,-40-9-5 0,-19-1 0 0,-21 10 5 0,40 0-3 0,20 0-3 0,50 0 0 0,19 0 1 0,21 0-1 0,-41 10 0 0,-30-10 0 0,-28 0 1 0,-51 9-2 0,2 11 1 0,28-20 0 0,30 0-2 0,60 0 1 0,39 0 2 0,-10-9-3 0,-59 9 2 0,-89 0 2 0,-1 0-3 0,30 0 1 0,40 0-2 0,40 0 3 0,10 0-3 0,-11 9 1 0,-29-9 1 0,-20-9 1 0,1 9-2 0,-11 0 0 0,10 0 0 0,10 0 0 0,20 9 0 0,-1-9 0 0,-9 9 0 0,-10-9 1 0,0 0-1 0,0 0 1 0,0 0 0 0,0 0-1 0,0-9-1 0,0 9 2 0,0 0-1 0,0 0 0 0,9 0 0 0,-9 0 1 0,0 0-1 0,0 0 0 0,0 9 0 0,11-9 0 0,-11 0 0 0,0 0 0 0,0 0 0 0,0 0 0 0,0 0 0 0,0 0 0 0,0 0 0 0,0 0 0 0,0 0 0 0,10 11 0 0,-10-11 0 0,10 0 0 0,-10 0 0 0,0 0 0 0,0 0-2 0,10 0-11 0,-10 0-36 0,0 10-10 0</inkml:trace>
  <inkml:trace contextRef="#ctx0" brushRef="#br0">2272 10557 67 0,'-10'0'25'0,"-20"29"-27"0,20 11 5 0,-18 10 2 0,-2-12 2 0,-40-17 2 0,20-1-2 0,-39-20 0 0,-30 0 0 0,-1-30-4 0,11-19-2 0,0-12-1 0,0-27-1 0,40 28 11 0,-1-39-10 0,-19-21 0 0,0-38 1 0,19-10-1 0,1-12 0 0,19-18 0 0,10-10 0 0,21-10 4 0,-1 0-5 0,10-1 1 0,10-20 1 0,30-8-1 0,19-1 3 0,30-10-2 0,21 20 1 0,49-11-5 0,109-28 8 0,-80 117-4 0,1 42 2 0,-40 38-1 0,-20 31-1 0,-50 30 0 0,-18-12-1 0,-23 22-21 0,-28 9-82 0,0 0 69 0</inkml:trace>
  <inkml:trace contextRef="#ctx0" brushRef="#br0">1885 6389 93 0,'0'0'0'0,"-79"-29"49"0,39 38-51 0,50-9 6 0,79 11 6 0,1 7-2 0,19 43 0 0,-40 38-4 0,-49-10-3 0,-30 0-13 0,-20-9-121 0</inkml:trace>
  <inkml:trace contextRef="#ctx0" brushRef="#br0">2679 11936 31 0,'-10'0'14'0,"0"0"-9"0,0 0 5 0,0 0 1 0,10 0-3 0,20 0 3 0,20-10-6 0,9-1-2 0,21 11 1 0,59 0 4 0,-30 0-5 0,10 11-1 0,20-11 0 0,10 0-2 0,10 10 2 0,-10 0 0 0,10-10-2 0,9 9-1 0,1-9 2 0,0 0-1 0,0-9 0 0,-11-1 0 0,-9 10-1 0,-30 0 3 0,-39 10 1 0,-40-1-1 0,-20-9 3 0,-10 0 24 0,0 0-29 0,-10 0-128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18971 3403 36 0,'-10'-20'9'0,"0"-20"8"0,10 11-1 0,0-1-5 0,-20 9-2 0,-20-8-1 0,-19 18-1 0,9 11-3 0,-9 11-4 0,-21 18 1 0,11 1 1 0,-40 30 5 0,29 0-5 0,21 9 0 0,19 10 2 0,20 20-2 0,20-9 0 0,20-11-1 0,30-10 1 0,9 1-1 0,1-11 1 0,9-19 0 0,20-19 0 0,11-13 0 0,-11-26 1 0,20-22 0 0,20-49 0 0,-89 38 0 0,-10-18 0 0,9-1-2 0,-9 11 1 0,0-11-1 0,-30 12 1 0,-30-42 0 0,-10 31 2 0,-19-10-1 0,-11 18-2 0,-39 12 0 0,-79 29 0 0,19 31-3 0,-59 68-118 0</inkml:trace>
  <inkml:trace contextRef="#ctx0" brushRef="#br0">20063 3413 13 0,'39'-40'1'0,"0"20"-2"0,-30-9 21 0,-28-2 8 0,-40 12-17 0,19 8-4 0,20 11-5 0,-9 0 1 0,-11 0 3 0,-29 0-3 0,-11 30-2 0,1 1 1 0,9 18 3 0,31 21-2 0,9 39-1 0,20 10-1 0,10 0 0 0,20-20 0 0,19 0 0 0,11-20 0 0,29-20 0 0,11-19 1 0,9-29-1 0,-10-11 0 0,1-30 2 0,-11-29-2 0,-10 9 2 0,-9-29-1 0,-30-1 0 0,-10 0-1 0,-30-8 1 0,-20-12 2 0,-10 11 0 0,-9-1-1 0,-11 20-1 0,-9 22-1 0,-31 18 0 0,-29 30-4 0,-10 20-57 0,120-20 10 0</inkml:trace>
  <inkml:trace contextRef="#ctx0" brushRef="#br0">3631 9940 61 0,'-19'0'7'0,"-11"0"5"0,20 0 8 0,10 0-1 0,10-18-7 0,20 7-3 0,19 2-7 0,31-12 1 0,9 12-3 0,10 9 1 0,0 0-1 0,-9 0 2 0,-11-10-2 0,-10 0 3 0,-39-1-2 0,-20 11 1 0,-10-9-11 0,0 9-39 0,0-10-31 0</inkml:trace>
  <inkml:trace contextRef="#ctx0" brushRef="#br0">4078 9654 79 0,'0'0'0'0,"-20"-20"10"0,10 20 10 0,10 0-8 0,30 30-4 0,0-20-1 0,9 9-4 0,11 0-1 0,0 2-1 0,-1-1 0 0,1 9 1 0,-11 0-1 0,-29 1 2 0,-20 1 1 0,-39 8 1 0,-11 1-2 0,1 10 0 0,19-10-1 0,21-2 0 0,8-8-1 0,11-9-1 0,30-21-39 0,-10 0-52 0</inkml:trace>
  <inkml:trace contextRef="#ctx0" brushRef="#br0">6032 10219 11 0,'-9'-11'6'0,"9"2"-5"0,-10 9 7 0,-10 0 8 0,-10 0 9 0,20 0-10 0,0 0 2 0,0 0-2 0,10-9-3 0,0 9-3 0,10 0 1 0,10-11-8 0,10 11 0 0,19-9 1 0,11 9 0 0,-10 0 0 0,-31 0-3 0,61-10 3 0,9 10-2 0,-10 0 1 0,1 10-2 0,-21-1 1 0,1 2 2 0,-1-11-1 0,1 0-2 0,-1 0 1 0,-19 0 0 0,-10 0 1 0,-10 0-2 0,0 0 3 0,-1 0-2 0,-9-11 0 0,0 11 2 0,-10 0-3 0,20 0 0 0,-10 0 3 0,0 0-4 0,-10-9 3 0,0 9-1 0,0 0 0 0,0 0-1 0,0-10 1 0,0 20-47 0,-10-1-62 0</inkml:trace>
  <inkml:trace contextRef="#ctx0" brushRef="#br0">7996 10229 19 0,'0'0'13'0,"-9"-10"11"0,-1 10 4 0,1-11-3 0,-2 11-6 0,11-9-5 0,0 9-6 0,0 0-5 0,11 0-1 0,17 9-1 0,13 2 1 0,18-1-1 0,31 0 0 0,19-10-2 0,0 0 1 0,0 0 1 0,20 0 0 0,-20 0 0 0,0 0 0 0,-29 9-5 0,-11 2 6 0,-9-11 0 0,-11 0 0 0,-9 0 0 0,-19 0 1 0,-12 0 0 0,-9 0 0 0,10 0-1 0,-1-11 0 0,-9 2-4 0,0 9-140 0</inkml:trace>
  <inkml:trace contextRef="#ctx0" brushRef="#br0">14476 9654 60 0,'-10'0'5'0,"0"-20"12"0,30 10 13 0,40 10-23 0,-11 10-2 0,-9-1-1 0,-30 2-2 0,-10-1 3 0,-20-10-3 0,-30 0 0 0,-19 0-2 0,-11 10 0 0,1-1 0 0,49-9 0 0,41 0 0 0,58 0 1 0,30-9 1 0,-30 9-3 0,-29 0 1 0,-10 0 1 0,-30 0 0 0,-10 0 0 0,-40 0-1 0,1 0 0 0,29 0 0 0,20 0 1 0,49-10-2 0,21 10 2 0,-30 0 0 0,-21-10-2 0,-19 10 2 0,0 0-1 0,0-11 0 0,-9 11-1 0,9 11-31 0,0-11-49 0</inkml:trace>
  <inkml:trace contextRef="#ctx0" brushRef="#br0">15131 9683 37 0,'-10'-9'11'0,"-10"9"13"0,10-10-20 0,-11 10 17 0,2-10-7 0,10-1-4 0,9 11-5 0,28 0-3 0,23 0-2 0,-11 0 1 0,-1 0 0 0,-19 11 0 0,0-11 1 0,-20 0 3 0,-20 0-2 0,-29-11-2 0,-11 11 0 0,10-9 0 0,21 9 0 0,29 0-1 0,29 0 0 0,11 0 0 0,0 0 0 0,-20-10 0 0,-10 20 0 0,-20-10 0 0,-20 9 0 0,-40 2 1 0,11-1-1 0,40-10 0 0,-2 0 0 0,21-10 0 0,30 10 0 0,20-11 0 0,-1 11 0 0,-19 0 0 0,-10-9-1 0,-10 9 2 0,-10 0-1 0,-10 0 0 0,0 0 0 0,0 0 0 0,10 0 0 0,0 0 0 0,0 0 0 0,0 9 0 0,0-9 1 0,0 0-2 0,0 0 1 0,0 11-1 0,10-11 2 0,-10 0-2 0,0 0 2 0,0 0-1 0,0 0 0 0,0 0-1 0,0 0 2 0,10 0-2 0,-10 0-7 0,10 0-34 0,0 0-25 0</inkml:trace>
  <inkml:trace contextRef="#ctx0" brushRef="#br0">20846 12462 23 0,'0'0'11'0,"0"-11"17"0,0 11 2 0,-10 0-9 0,0 0-6 0,30-9-12 0,39-1-1 0,-9-1 0 0,-30 11 0 0,0 0-1 0,-20 0 1 0,0 0 0 0,-40 11 1 0,-10-1-2 0,-9-10 1 0,9 0 0 0,39 0-1 0,11 0 0 0,51 0-3 0,18 9 2 0,1-9 0 0,-11 0-2 0,-39 0 4 0,-20 0-2 0,-20 0 2 0,-49 0-2 0,-1-9 3 0,31 9-4 0,29 0 3 0,30 0-2 0,39 0 0 0,11 0-2 0,-41 9 4 0,-9-9-4 0,-20 11 3 0,-29-1 1 0,-31-2-2 0,10-8 0 0,21 0 0 0,19 11 0 0,39-11 1 0,41 10-1 0,-1-10 0 0,-29 10-2 0,-20-1 2 0,-10-9 0 0,-30 11 2 0,-30-11-2 0,1 0 1 0,29 0-1 0,10 0 0 0,30 0 0 0,10 10 1 0,-11-10-2 0,-9 0 1 0,-10 0 1 0,10-10-1 0,-10 10 0 0,0 0 0 0,0-11 0 0,0 11-20 0,-10-9-60 0,0 9 39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5725 5535 40 0,'0'0'0'0,"-10"0"11"0,10 0 5 0,-10 0 2 0,10-9 6 0,0 9-16 0,10 0-3 0,20 0 2 0,19-10-2 0,11 10 3 0,19 0-2 0,1 0-2 0,29 0-3 0,10 0 4 0,-30 0-2 0,10 19 0 0,11-19-1 0,9-9 0 0,-10-1-1 0,10 10 1 0,-10 0-4 0,0-10 5 0,10-1-2 0,0 11-2 0,-10 0 2 0,0 0-1 0,-9 0-1 0,-1-8 2 0,0 8 0 0,0 0-3 0,1-10 3 0,-1 10 0 0,0-11 0 0,0 11-1 0,-9 0 1 0,-1 0-2 0,-30 0 1 0,-20 0 1 0,2 11-1 0,-12-11 1 0,-9 0-1 0,0 0 1 0,-20 0 1 0,0-11 0 0,0 11-4 0,-10-9-138 0</inkml:trace>
  <inkml:trace contextRef="#ctx0" brushRef="#br0">8672 6350 18 0,'0'0'8'0,"0"0"29"0,-10 0-12 0,0-11-8 0,10 11-1 0,0-9 5 0,0 9-12 0,10-10-4 0,0 0-1 0,10 10-2 0,9-11-1 0,11 11 0 0,10 0-1 0,9 11 1 0,11-1-2 0,19-10 2 0,-10 0 0 0,1 10 0 0,-2-10 0 0,32 0 0 0,-11 0 0 0,11 0 0 0,-1 0-2 0,-30 0 2 0,0 0 0 0,11 0 0 0,-11 0 0 0,-9 9 0 0,-21-9 0 0,-9-9 3 0,-10-1-3 0,-20 10 0 0,-1-10 1 0,1-1-1 0,0 2-1 0,-59 18-50 0,-31 2-57 0</inkml:trace>
  <inkml:trace contextRef="#ctx0" brushRef="#br0">8553 6389 62 0,'-20'-9'21'0,"40"9"-17"0,30-20 24 0,9 20-13 0,20-10-6 0,20-1-2 0,-9 11-4 0,9 0 2 0,0-9-2 0,11 9-1 0,8 9 0 0,-9-9-1 0,11 0 1 0,-11 0-2 0,-10-9 1 0,0 9 0 0,0 0 0 0,-29 0 0 0,-21 0 0 0,-39 0-2 0,40 0 2 0,-10 0 0 0,-11 0 1 0,-9-10-1 0,0 10 0 0,-20 0-2 0,0 0-61 0,0 0-3 0</inkml:trace>
  <inkml:trace contextRef="#ctx0" brushRef="#br0">2164 7193 16 0,'-31'0'12'0,"1"-10"23"0,11-1-6 0,-1 2-16 0,20 9-10 0,0 0 1 0,39 9 0 0,11 2 3 0,29-11-2 0,40-20 1 0,30 20-5 0,10 9 1 0,11-9 0 0,7 0-1 0,-28 0 0 0,0 0 2 0,-30 0 1 0,-99 0-3 0,129-9 3 0,19 9-2 0,1 0-1 0,-10 0-2 0,-61 0 2 0,-28 0 1 0,-20 0-1 0,-10 0 0 0,-10 0-1 0,-11 0 1 0,-19 0-18 0,-29 0-100 0</inkml:trace>
  <inkml:trace contextRef="#ctx0" brushRef="#br0">2222 7301 67 0,'0'0'0'0,"-28"-19"7"0,7 19 20 0,21-11-8 0,10 11-15 0,20-8 1 0,19-2 0 0,-39 10-3 0,89-11 3 0,10-8-1 0,30 9-2 0,10-1 1 0,-10 2-3 0,0 9 2 0,0 0-2 0,10-21 0 0,0 21 3 0,-20-9-4 0,-10 9 3 0,-30 0-2 0,0-10 0 0,1 10 1 0,-11-10-2 0,-20 20 2 0,-10-10 2 0,-18 10 1 0,-11-10 1 0,-10 0 4 0,-1-10-3 0,1 0-5 0,0 10-1 0,-10 0-137 0</inkml:trace>
  <inkml:trace contextRef="#ctx0" brushRef="#br0">3542 8185 29 0,'0'0'15'0,"-10"-11"14"0,1 11-2 0,-2-18-6 0,11 7-6 0,0 11-4 0,11 0-5 0,28-9-2 0,30-1-2 0,60 0 1 0,30-10-1 0,-10 10-2 0,-118 10-1 0,146-20 3 0,12 20 1 0,-11-10-1 0,11 0-4 0,-30-1 5 0,-1 11 0 0,-29 11-1 0,-10-11-2 0,1 0 6 0,-21 0-5 0,-30-11 0 0,-19 11 0 0,-10-8-1 0,-21 8 1 0,1-10 0 0,0-1-1 0,-60 22-57 0,11-1-34 0</inkml:trace>
  <inkml:trace contextRef="#ctx0" brushRef="#br0">3572 8255 57 0,'-21'-20'19'0,"12"20"4"0,9-10 2 0,0 0-15 0,30 10-1 0,39-11-2 0,31 2 0 0,38-12-2 0,11 12-4 0,20-11-1 0,0 1 2 0,-11 19-1 0,-9-10 0 0,-1-10-4 0,12 10 5 0,8-10 1 0,-9 20-2 0,-30-10 0 0,-30 10 3 0,-29-10-3 0,-1 10 0 0,-9 0 0 0,-11 0-1 0,-19 0 1 0,0 0 1 0,0 0 0 0,-10 0 1 0,-10-11-2 0,-1 3 0 0,-9 8-75 0,0 0 8 0</inkml:trace>
  <inkml:trace contextRef="#ctx0" brushRef="#br0">6886 8136 35 0,'-20'-10'11'0,"10"0"7"0,-10 10 1 0,10 0-3 0,0 0-1 0,10 0 1 0,0 0-7 0,30 0-3 0,30-11 0 0,39 2-1 0,30-1-1 0,30-1-3 0,9 11 1 0,-19 0 0 0,-40 11 0 0,-29-11 0 0,-1 0 0 0,-29 0-1 0,-10 0 1 0,-40 0 2 0,0 0-1 0,-40-11-2 0,-30 11 0 0,-29-9 0 0,-20 9-1 0,-10 0 1 0,0 9-2 0,21-9 1 0,-2 11 0 0,30-11 1 0,21 0-1 0,9 0 0 0,10 0 1 0,11 0-1 0,19 0 0 0,0-11 0 0,20 11 0 0,39 0 0 0,11-9 0 0,39 9 2 0,30 0-2 0,-1 0-1 0,2 0 1 0,-11 9-1 0,-20 2 2 0,-19-11-2 0,-11 0 1 0,-18 0 1 0,-32-11-1 0,-19 11 0 0,0 11-128 0</inkml:trace>
  <inkml:trace contextRef="#ctx0" brushRef="#br0">8463 8105 29 0,'-10'0'6'0,"1"0"8"0,-1 0 15 0,0 0-14 0,0 0 2 0,0-9-3 0,10 9-1 0,0 0 6 0,10 0-11 0,10 0-7 0,19-10 1 0,1 10 1 0,19 0-1 0,11 0-1 0,29 0-1 0,30 0-1 0,-10 0-1 0,-10 0 2 0,-19 0 2 0,-12 0-2 0,-27 0 1 0,-32 0 0 0,51 0-1 0,-11 0 0 0,-9-11-1 0,-10 11 3 0,-10 0-2 0,-30 0 1 0,-10-9 2 0,-30 9-2 0,-30 0 1 0,-29 0-1 0,-10 0-2 0,10-10 2 0,10 10-1 0,-1 0 0 0,1 0 3 0,10 0-2 0,29 0 0 0,0 0 0 0,1 10 0 0,-1-1-1 0,10-9 0 0,12 11 0 0,17-11 0 0,1 0 0 0,0 0 0 0,10 0 0 0,0 0 0 0,0 0-155 0</inkml:trace>
  <inkml:trace contextRef="#ctx0" brushRef="#br0">8453 9107 29 0,'0'-9'16'0,"-9"9"-4"0,-1-10 12 0,10 10-10 0,10 0 10 0,9-11-17 0,21 2-1 0,29-1-2 0,1 10-2 0,-11 0-1 0,-19 0 1 0,-20-10 1 0,10 1-1 0,9-1-2 0,21 0 2 0,-30-1-2 0,0 11 1 0,-30 0-8 0,0 0-83 0,0 0 58 0</inkml:trace>
  <inkml:trace contextRef="#ctx0" brushRef="#br0">8771 8890 51 0,'0'0'1'0,"-20"-11"10"0,20 2 10 0,0-1-7 0,0 10-4 0,20 10-6 0,-10-1 0 0,10 12-2 0,0-1 0 0,-1-2 0 0,1 3 1 0,0-11-1 0,0 10-1 0,0-1-1 0,-10 2 1 0,-10-2 0 0,-20-9 2 0,0 20 3 0,-10 0 0 0,10-1-2 0,1 0-1 0,9-8 0 0,0-12 1 0,10 2-1 0,0-11 1 0,0 0 0 0,0-11-5 0,0 11-22 0,0 0-97 0</inkml:trace>
  <inkml:trace contextRef="#ctx0" brushRef="#br0">10458 8204 28 0,'0'0'4'0,"0"-19"11"0,0 19 10 0,-9-11-1 0,9 11-3 0,-21-9-8 0,11 18-9 0,-10 2-3 0,10 19 2 0,0-1 0 0,0 1 0 0,0-1-2 0,10 2 0 0,0 8 0 0,20 1 0 0,-10-11 1 0,20 1-1 0,1-9 0 0,-3-11 1 0,-8-10-1 0,0-10 1 0,-1 0-1 0,2-10-1 0,9-1 1 0,-11 2 0 0,-9 0-1 0,0-1 1 0,-10-10-1 0,10 10 1 0,-10-11 0 0,0 2 0 0,-10 10 0 0,0-11 1 0,0 9-2 0,-9 2 1 0,9-10-1 0,-20 9 1 0,0 10 0 0,0 0-1 0,1 10 1 0,9 0-1 0,-10 0-1 0,10 29 1 0,-29 30-62 0,39-38-3 0</inkml:trace>
  <inkml:trace contextRef="#ctx0" brushRef="#br0">10775 8334 27 0,'0'0'6'0,"0"0"11"0,0-10 6 0,20 10-6 0,-10 0-2 0,0 10-7 0,10-1-2 0,9 12-1 0,-9-1 2 0,0 9-3 0,-10-9 0 0,0-11-2 0,0 2-1 0,0-11-15 0,-10 0-37 0,0-11-13 0</inkml:trace>
  <inkml:trace contextRef="#ctx0" brushRef="#br0">10944 8274 28 0,'0'0'14'0,"0"-9"2"0,0 9 25 0,-30 20-28 0,0 9-1 0,1 0-4 0,-1 1-1 0,20 1-3 0,0-2-3 0,0 1 0 0,0-21 1 0,0 2-1 0,10-11-20 0,-10 0-70 0,10 0 58 0</inkml:trace>
  <inkml:trace contextRef="#ctx0" brushRef="#br0">7560 7301 78 0,'-29'-19'4'0,"29"8"-3"0,20-7 0 0,-1-12 9 0,21-10 1 0,20 10-5 0,19-20-2 0,10-9 3 0,20 10-1 0,10 9-2 0,1 10-4 0,18-9 0 0,1-1 2 0,50-1 4 0,9 22-5 0,1-2-1 0,9 13 1 0,0-2-1 0,1 10 0 0,-10 10 1 0,-11 9 0 0,-29 10-1 0,-21 12-3 0,-9-1 2 0,-10 8 3 0,-9 3-3 0,-31-3 1 0,-19 3 0 0,-11 8 0 0,-9-19 0 0,9 10-3 0,-9 18 2 0,0 13 1 0,-10 18 0 0,-1 10 1 0,-9 0 0 0,-10-20 0 0,-10-29 1 0,-10-20 1 0,1-22-1 0,9-18 1 0,-11 0 1 0,-9-8-2 0,1-22-1 0,-21-10 0 0,20 19 0 0,20 2 0 0,0 29-2 0,20 40 1 0,11 0 0 0,7-12 0 0,2-38 3 0,0-19 1 0,-1 8-3 0,-9 3-27 0,-20 16-88 0</inkml:trace>
  <inkml:trace contextRef="#ctx0" brushRef="#br0">11260 8373 60 0,'-9'-49'31'0,"-1"19"-11"0,20 1-2 0,-20 19-6 0,1 10-5 0,-31 39-3 0,19 1-2 0,12 20-1 0,18-12 0 0,32 3-1 0,-2-32 1 0,11 2 1 0,-10-21 0 0,-11-21 0 0,-9-28 0 0,0-10-1 0,0-2 0 0,-20 3 0 0,0-2 1 0,-20 9 0 0,-20 22 2 0,1 20-2 0,-1 9-4 0,-29 59-3 0,-1 31-124 0</inkml:trace>
  <inkml:trace contextRef="#ctx0" brushRef="#br0">11658 8413 26 0,'0'0'11'0,"-20"-9"23"0,20-1-3 0,0 10-12 0,10-10-9 0,20-1-6 0,20 11 1 0,9 0-1 0,11 0-1 0,-21 0-1 0,-19 0-1 0,-10 0 0 0,-20 0-10 0,0 0-23 0,-10 0-32 0,10 0 32 0</inkml:trace>
  <inkml:trace contextRef="#ctx0" brushRef="#br0">11827 8235 36 0,'0'-10'10'0,"-10"0"14"0,20-1 2 0,-10 22-12 0,0 48 2 0,-10 10-5 0,10 11-4 0,0-40-4 0,10-10-1 0,0-20-33 0,10-1-67 0</inkml:trace>
  <inkml:trace contextRef="#ctx0" brushRef="#br0">12293 8156 44 0,'0'-11'4'0,"-10"-8"10"0,10-2 24 0,-20 12-19 0,1 9-4 0,-1 20-10 0,-10 20-2 0,20 8 0 0,0 3-2 0,20 18 0 0,0-20 0 0,20-9 0 0,0-11-2 0,19-18 3 0,-9-1-2 0,-1-20 1 0,1-20 1 0,-21 1-1 0,2-1 0 0,-11-10 0 0,0-10 1 0,-10 11-1 0,-20-11 2 0,-1-9 1 0,2 19-2 0,-11 20 0 0,-8 20-2 0,-33 30 0 0,-18 30-36 0,69-21-65 0</inkml:trace>
  <inkml:trace contextRef="#ctx0" brushRef="#br0">16253 9375 72 0,'-21'-9'5'0,"-19"9"11"0,31-10 8 0,18 10-10 0,71-11-4 0,29 11 0 0,-10 0-2 0,-49 0-2 0,-40 0-1 0,-10 0 1 0,-30 0-5 0,-30 0 1 0,-29 11-1 0,9-1 0 0,41-1-1 0,39-9 0 0,60 0 1 0,39-9-1 0,0 9-1 0,-20 0 1 0,-59 0 0 0,-20 0 1 0,-59 9-1 0,-21-9 2 0,1 11-2 0,29-11 0 0,31 0 1 0,19 0-1 0,9 0 0 0,1 10 0 0,-1-10 0 0,2 0 0 0,-11 0 0 0,10 0 0 0,0 10 0 0,10-10 0 0,0 0 0 0,0 0 0 0,-10-10 0 0,-10 10 0 0,0 0 0 0,0 0 0 0,9 0 0 0,1 0 0 0,-10 10 0 0,-10-10 0 0,10 0 0 0,0 0-2 0,0 0 2 0,0 9 0 0,0-9 0 0,10 0 0 0,-10 0 0 0,0 0 0 0,0 0 0 0,0 0 0 0,0 0-1 0,0 0 0 0,0 11 1 0,0-22 0 0,0 11-1 0,0 0 1 0,0 0 0 0,10 0-1 0,-10 0 2 0,0 0 0 0,10 0-2 0,-10-9 2 0,0 9-8 0,0 0-19 0,-10 0-38 0,10 9 4 0</inkml:trace>
  <inkml:trace contextRef="#ctx0" brushRef="#br0">12621 10417 21 0,'-20'0'8'0,"10"0"-27"0</inkml:trace>
  <inkml:trace contextRef="#ctx0" brushRef="#br0">12382 10457 15 0,'-9'0'19'0,"-1"0"8"0,10-11-9 0,0 11 4 0,0-8-4 0,0 8-6 0,0-10-6 0,0 10-4 0,29 0-1 0,11 0 0 0,20 0 0 0,9-11 0 0,10 11-1 0,11 0 1 0,-21 0 0 0,11-9 0 0,-11 9-1 0,10-10 1 0,-9 0-1 0,-11 10 2 0,-9-11 0 0,-10 11-2 0,-20-9 2 0,-1 9-1 0,-9 0 1 0,-10 0-2 0,0 9 1 0,-10-9-1 0,-9 11 2 0,-31-11-2 0,-10 10 0 0,-29 0 1 0,0-10 1 0,0 9-2 0,9-9 2 0,1 0-2 0,-1 0 0 0,11 11 1 0,-1-11-2 0,11 10 1 0,-11-2 0 0,1-8 1 0,10 0-1 0,9 0 2 0,-10 0-2 0,11 0 0 0,-1-8 0 0,10 8 1 0,1 0-1 0,-1 0 1 0,0-10-2 0,21 10 2 0,-1 0-1 0,20-11 0 0,0 11 0 0,20 0 0 0,-1 0 0 0,51 0 0 0,9-9 1 0,1 9-1 0,19 0 0 0,0 0-2 0,10 0 2 0,-10 0 0 0,1 0 0 0,-11 0 1 0,-10 0-1 0,-9 0 0 0,9 9-2 0,-9-9 2 0,-11 0-1 0,1 0 1 0,-22 0 1 0,3 0-1 0,-1 0 0 0,-20 0 0 0,-11 0 0 0,1 0 1 0,-10-9-1 0,-29 9 0 0,-11 0 0 0,-30 9 0 0,-9-9 0 0,-20 0 2 0,-10 0-1 0,-10 0-1 0,10 0 0 0,29 0 0 0,1 11 0 0,9 7 0 0,1-7 0 0,-10-1 1 0,-1-10 0 0,11 0-1 0,-1 0 0 0,11 0 1 0,19 0-1 0,20 0-1 0,-10 9 2 0,20-9-1 0,10 0 0 0,0 0 0 0,0-9 0 0,0 9 0 0,0 0-4 0,10 9-120 0</inkml:trace>
  <inkml:trace contextRef="#ctx0" brushRef="#br0">10765 10347 7 0,'0'0'3'0,"0"0"19"0,0 0-2 0,-10 0-1 0,10-9-8 0,30 9 1 0,20 0-7 0,9-10-1 0,1 10-1 0,-30-10-2 0,-30 10 5 0,0 0 0 0,-10 0-2 0,-30 0-2 0,-10 0-1 0,1 0 1 0,9 10-1 0,20-10 0 0,10 10-1 0,10-10 1 0,10 0-1 0,50-10 0 0,-1 10 1 0,-9 0-1 0,-20 0-2 0,-30 0 4 0,-20 0 1 0,-40 10-2 0,-9-1 0 0,19 2-1 0,20-1 0 0,20-10 0 0,10 0 0 0,40 0 0 0,20 0 0 0,-1-10 0 0,-19 10 0 0,-30 0 0 0,-10 10 1 0,-40-1-1 0,-9 2 0 0,9-1 1 0,10-10-2 0,40 0 1 0,20 0 1 0,9-10-1 0,-9-1 0 0,-20 11 0 0,-10-9 0 0,0 9-13 0,0 0-92 0</inkml:trace>
  <inkml:trace contextRef="#ctx0" brushRef="#br0">16083 10259 23 0,'0'0'0'0,"-10"-40"29"0,10 11-7 0,20-12-6 0,-10 32-1 0,-10 9-9 0,-10 39-2 0,0 30-1 0,10-8-2 0,30-2 0 0,30-39 0 0,9-20 0 0,-19-20 0 0,-2-30 0 0,-17 10 0 0,-1 1-1 0,-20 19 1 0,-10 0 0 0,0 20 0 0,0 30-1 0,-10 50 0 0,10 39 0 0,0 39-1 0,0-19 1 0,10-21 0 0,-20-17 0 0,-30-42 3 0,0-50 1 0,-9-28 0 0,9-40-1 0,20-41 1 0,10 21-2 0,40-20-1 0,19 0-23 0,-9-1-90 0</inkml:trace>
  <inkml:trace contextRef="#ctx0" brushRef="#br0">16253 9703 65 0,'0'0'0'0,"-21"0"13"0,-19 50 19 0,12 19-18 0,-3-29-7 0,21-30-2 0,10-10 0 0,10-40-4 0,21-10 0 0,7 1 0 0,2 19-1 0,-10 30 1 0,-10 30 2 0,-10 19-3 0,19-20 1 0,1 12-44 0,-30-12-41 0</inkml:trace>
  <inkml:trace contextRef="#ctx0" brushRef="#br0">16639 10149 97 0,'-20'-19'11'0,"60"9"2"0,0-1-6 0,-21 11-6 0,-9-9-1 0,70 9 0 0,-11 0-5 0,-39 9-28 0,-21 12-48 0</inkml:trace>
  <inkml:trace contextRef="#ctx0" brushRef="#br0">16718 10269 46 0,'-19'0'5'0,"-1"9"15"0,10-9 4 0,20 0-13 0,29 0-4 0,31-9-5 0,19-1-2 0,-10-1-46 0,-60 11-11 0</inkml:trace>
  <inkml:trace contextRef="#ctx0" brushRef="#br0">17304 9932 127 0,'-10'-10'5'0,"0"20"-4"0,10 59 6 0,10 20 0 0,10-9-4 0,-10-31-1 0,-10-9 0 0,0-21-1 0,0-19-10 0,0 0-71 0,0-9 33 0</inkml:trace>
  <inkml:trace contextRef="#ctx0" brushRef="#br0">19328 9811 86 0,'0'0'0'0,"0"-38"16"0,0-2-3 0,10 30 12 0,-10-1-8 0,10 11-7 0,-10 41-4 0,-10 38-2 0,-10 21-1 0,0-1 2 0,0-10 0 0,20-19-2 0,0-21-1 0,40-10-1 0,0-18 1 0,9-11-1 0,-9-20-14 0,-10-30-42 0,-20 0-65 0</inkml:trace>
  <inkml:trace contextRef="#ctx0" brushRef="#br0">19070 9991 88 0,'0'0'5'0,"-30"0"29"0,50-11-8 0,59-8-15 0,40-2-9 0,0 13-14 0,-29 8-66 0,-80 0 31 0</inkml:trace>
  <inkml:trace contextRef="#ctx0" brushRef="#br0">19725 9971 96 0,'-10'0'14'0,"-10"0"18"0,40-10-20 0,39 10-4 0,21-10-6 0,-1 10-1 0,-29 0-22 0,-21 10-38 0,-29-10-5 0</inkml:trace>
  <inkml:trace contextRef="#ctx0" brushRef="#br0">19754 10109 55 0,'0'0'17'0,"-19"0"30"0,9 0-16 0,30 0-21 0,39-9-6 0,60-12-3 0,-10 12-38 0,-39 9-64 0</inkml:trace>
  <inkml:trace contextRef="#ctx0" brushRef="#br0">20469 9841 23 0,'0'-9'12'0,"0"-12"33"0,0 13-9 0,0-22-19 0,0 20-11 0,0-11 1 0,0 12 3 0,0-1 0 0,10-10-4 0,-10 10-2 0,0 0-2 0,0 10-1 0,0 0 1 0,0 0-1 0,-10 40-1 0,0 19 0 0,0 21-1 0,0 9 1 0,10-19 0 0,0-1 1 0,0-19 0 0,10-11 1 0,-10-28 4 0,0-11-1 0,0 0-2 0,-10-20-50 0,10 10-77 0</inkml:trace>
  <inkml:trace contextRef="#ctx0" brushRef="#br0">8701 12640 12 0,'0'0'15'0,"-9"0"13"0,9 0-11 0,0 0-2 0,0 0-4 0,0-10-2 0,0 10 0 0,0-11-2 0,0 2 0 0,9 9-2 0,11-9-2 0,0-2 2 0,10 2 0 0,10 9 0 0,-1 0-1 0,21 0-3 0,9 9 0 0,21 2 0 0,-1-2 1 0,0-9 0 0,10 9-1 0,1-9 1 0,19 0-1 0,-10 0 0 0,-10 0 0 0,-20 11 0 0,-9-11 0 0,9 10-1 0,11-1 1 0,-1 2-1 0,-20-1 1 0,1-10-2 0,9 10 2 0,10-10 0 0,11-10-1 0,-1 10 0 0,10 0 0 0,0 0 0 0,0 10-2 0,0-10 2 0,-9 9 0 0,-11 2 0 0,0-11 0 0,1 10 0 0,-1-10 0 0,0 9-1 0,0-9 1 0,1 11 1 0,-31-11 0 0,-19 0 0 0,0 0 1 0,-1-11-1 0,11 2 1 0,19 9-1 0,1 0 0 0,-1 0-2 0,-29 0 1 0,0 9 1 0,-11-9 0 0,-8 0 3 0,-2 0 2 0,-10 0-3 0,2-9 0 0,-11 9-3 0,0 0 2 0,0 0-103 0,-11 0 33 0</inkml:trace>
  <inkml:trace contextRef="#ctx0" brushRef="#br0">7918 10546 47 0,'0'0'21'0,"-9"0"22"0,9 0-25 0,38 0-7 0,62 0-3 0,48 11-3 0,1-1-2 0,-20-10 0 0,-49 0-2 0,-51 0 1 0,-19 0-5 0,-20-21-11 0,-9-9 7 0,-11 11 6 0,-20-2 1 0,20 2 7 0,21 0 3 0,48 9-7 0,31 10 0 0,-11 39 0 0,-29 1 0 0,-30-1 4 0,-30 1-1 0,-19 10-4 0,9-10-10 0,30-2-113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7451 4693 20 0,'-10'0'20'0,"-9"-10"17"0,9 10-16 0,0 0-4 0,0 0-2 0,20 0 8 0,10-10-11 0,9-1-2 0,11 11-5 0,0 0-3 0,9 0-1 0,-9 11 1 0,10-11 0 0,9 10 1 0,1-10 0 0,-1 10-2 0,11-10 1 0,8 0-1 0,-8 0 0 0,0-10 0 0,9 10 1 0,-9 0-1 0,-1-10 0 0,-9 10-1 0,-1 0 1 0,-9 0-1 0,-10 0 1 0,0 0 0 0,-1-11-1 0,-19 11 1 0,0 0 0 0,-10 0-1 0,-1 0 0 0,-18 0 3 0,-11 11-2 0,-40-1 0 0,-8 0-1 0,-13-1 1 0,12-9-1 0,-10 11 1 0,-21-11-1 0,1 0 1 0,20 10-1 0,10-10 1 0,10 0-1 0,-12 0 1 0,12 0-1 0,9 8 0 0,-9-8 0 0,19 0 1 0,-10 0-1 0,11 0 0 0,9 11 3 0,-10-1-3 0,10-10 0 0,11 0 0 0,-11 0 1 0,20 0 0 0,0 0-1 0,10 0 0 0,10 20-125 0,-10-10 64 0</inkml:trace>
  <inkml:trace contextRef="#ctx0" brushRef="#br0">9108 4643 24 0,'0'-11'22'0,"0"11"-5"0,-10-9 11 0,10 9-7 0,-19 0 0 0,19 0-2 0,-10 0-4 0,10 0-2 0,0-10-5 0,0 0-3 0,10 10-3 0,-1 0-1 0,11 0 0 0,-10 0 1 0,10-9-1 0,0 9 0 0,10 0-1 0,20 9 1 0,-1-9-1 0,0 0 1 0,11 0-1 0,0 0 1 0,9-9 0 0,20 9-2 0,1 0 1 0,-11 0 1 0,-20 0-1 0,0 0 0 0,11 0 0 0,0 0 1 0,-11 0-1 0,1 0 1 0,-20 0-3 0,-20 0 2 0,9 0 1 0,-19 0 2 0,0 0-2 0,-10 0 1 0,0 0-1 0,-10-10-1 0,-39 10 1 0,-11 0 3 0,-39 10-5 0,0-10 3 0,-1 0-4 0,21 0 4 0,-10 0-1 0,-1 9 1 0,1 1-3 0,20-10 1 0,9 10 1 0,11-10 0 0,-1 9-2 0,0-9 2 0,11 0-3 0,19 0 3 0,0 0-1 0,0 0 1 0,10 0-1 0,10 0 0 0,10 30-156 0</inkml:trace>
  <inkml:trace contextRef="#ctx0" brushRef="#br0">11073 5943 36 0,'-10'0'3'0,"0"0"4"0,0-20 31 0,10 20-15 0,-10-10-1 0,0 10-8 0,10-11-7 0,0 11-5 0,30-9 1 0,1 9 0 0,28 0 3 0,0-10-1 0,-1 10-3 0,3 10-2 0,-21-10 1 0,-31 9 1 0,-9-9 5 0,-9 0-6 0,-21 0 0 0,-20 0-1 0,1 0 1 0,-1 0-1 0,11 0 1 0,-11-9-1 0,30 9 0 0,10 0 0 0,10 9 0 0,10-9 1 0,10 0 0 0,9-9 1 0,1 9-1 0,-11-10 1 0,2 0 0 0,-11 1-2 0,-10 9-1 0,0 19-44 0,-20-9-65 0</inkml:trace>
  <inkml:trace contextRef="#ctx0" brushRef="#br0">11084 4831 54 0,'0'0'0'0,"-21"-19"8"0,21-1 20 0,-10 10-3 0,-10 10 0 0,10 0-6 0,-10 0-11 0,10 30-5 0,1 0-3 0,9-1 3 0,-10 11 1 0,10 0-1 0,10 8-2 0,-1-18 0 0,21 1 1 0,0-11 2 0,10-10-4 0,-11-10 5 0,1-10-5 0,10-1 4 0,0-8-5 0,-12-2 3 0,-7-9-1 0,-11-8 1 0,0 7-2 0,-10-8 2 0,0 8-2 0,-10-7 1 0,0 8 0 0,-11 10-1 0,2 0 1 0,-20-9 1 0,8 8-2 0,-8 12 1 0,10 9-1 0,-11 0 0 0,0 0 0 0,1 20 0 0,-11 9 0 0,10 1-2 0,10 40-85 0,21-52 20 0</inkml:trace>
  <inkml:trace contextRef="#ctx0" brushRef="#br0">11450 4921 59 0,'-10'-21'37'0,"0"12"-29"0,10 9 4 0,0 0 0 0,10 0 6 0,20 9-5 0,-10 12-4 0,19 9-5 0,1 9-1 0,0-9-1 0,-21-10 0 0,-9-10 1 0,-10 0 0 0,10-1-1 0,-10 2 0 0,10-11 0 0,-10-11 0 0,0 2-12 0,0-1-35 0,-10 0-73 0</inkml:trace>
  <inkml:trace contextRef="#ctx0" brushRef="#br0">11589 4822 69 0,'0'-10'2'0,"10"10"1"0,-10 0 16 0,0 0 6 0,-20 30-4 0,-10 9-11 0,0 21-3 0,1-11-1 0,9-10 3 0,10-18-2 0,-10-2-3 0,10 2-2 0,-10-12 0 0,10-9-1 0,0 0-9 0,50-9-121 0</inkml:trace>
  <inkml:trace contextRef="#ctx0" brushRef="#br0">11847 4801 50 0,'0'0'12'0,"0"-29"39"0,-10 9-16 0,10 10-18 0,-10 10-11 0,10 10-4 0,10 30-1 0,-10 20 3 0,0-1 0 0,-10 0-2 0,10-9 0 0,10-30 1 0,-10 0-2 0,0-20 8 0,0-10-3 0,0-20-4 0,0-20-1 0,10-9 1 0,0 8-1 0,-10 3 0 0,0-3-1 0,-10 13 2 0,10 8-1 0,0 20-1 0,10 0 0 0,-10 30-7 0,19 18-145 0</inkml:trace>
  <inkml:trace contextRef="#ctx0" brushRef="#br0">12184 4900 67 0,'0'0'0'0,"-10"-19"39"0,10 9-15 0,0 10-4 0,20 0-9 0,0 0-2 0,20-11 0 0,9 3-5 0,2 8-3 0,8-10 0 0,-20 10 0 0,-19 0-1 0,-10-11 1 0,0 11-15 0,0 11-42 0,-10-11-24 0</inkml:trace>
  <inkml:trace contextRef="#ctx0" brushRef="#br0">12323 4693 85 0,'0'-10'15'0,"0"0"2"0,0 10-5 0,-10 40 9 0,0 19-10 0,10 0-2 0,10 1-5 0,0 0-1 0,10-21-1 0,-9-19 0 0,-11-10 0 0,0-10-46 0,9 0-63 0</inkml:trace>
  <inkml:trace contextRef="#ctx0" brushRef="#br0">12879 4723 69 0,'0'-10'5'0,"0"-20"12"0,10 9 6 0,-10 2 8 0,-20 8-11 0,0 11-11 0,-10 11-5 0,10 19-1 0,0-1-1 0,10 11-1 0,30 49 2 0,0-60-3 0,10 2 3 0,0-11-3 0,9-10 2 0,-9-10-1 0,10-10 1 0,-10-1 1 0,-1-8-3 0,-9-10 1 0,-10-1 1 0,-10-10 0 0,0 10-1 0,0 1-1 0,0-1 3 0,-10-1-1 0,-10 1 0 0,-9 1-3 0,10 20 3 0,-12-1-2 0,1 10 0 0,-19 19 0 0,-31 40-39 0,31-19-113 0</inkml:trace>
  <inkml:trace contextRef="#ctx0" brushRef="#br0">16808 5873 50 0,'-9'0'9'0,"-2"0"15"0,1 0-14 0,10 0-3 0,0 0 5 0,-10 0 4 0,10 0-7 0,-10 10-3 0,10-10-6 0,0 0 5 0,20 0 1 0,20 0 3 0,-1 0-3 0,11 0-3 0,9 0-1 0,-19 0 0 0,0 0 0 0,-30 0 1 0,-20 0 5 0,10 0-8 0,-20 0 0 0,-10 0 0 0,-10 0 1 0,0 10-1 0,1-10 0 0,-1 0 1 0,11 0-1 0,9 0 0 0,0 0 0 0,10 0 0 0,10 0 0 0,0 0 1 0,10 0-1 0,21-10 0 0,7 10 0 0,13 0 0 0,-2-10 0 0,-30 10 0 0,-9 0 1 0,-10-9-1 0,-10 9 0 0,-19 0 0 0,-10 0 1 0,8 0-1 0,3 0 0 0,28 0 1 0,8 0-1 0,2 0 0 0,10 0 0 0,1 0 0 0,-2 0 1 0,-10 0-1 0,-9 0 1 0,0 0-1 0,0 0 1 0,0 0-2 0,0 0 1 0,0 9 0 0,0-9 1 0,-9-9 0 0,9 9-1 0,0 0-1 0,0 0 1 0,0 0 2 0,-10 0-4 0,10 0 3 0,0 0-1 0,0 0 1 0,0 0-3 0,0 0 4 0,0 0-2 0,0 0-1 0,0 0 1 0,0 9 1 0,0-9-2 0,0 0 3 0,0 0-4 0,0-9 3 0,0 9-1 0,0 0-6 0,-9 19-52 0,9-19-36 0</inkml:trace>
  <inkml:trace contextRef="#ctx0" brushRef="#br0">17830 5535 38 0,'-20'0'23'0,"0"0"-17"0,10 0 24 0,0 0-13 0,40-9 3 0,59-1-12 0,20 0 2 0,179 10 0 0,-189 0-5 0,-19-11-1 0,-21 11-3 0,-19 0-1 0,-30-8-3 0,-10 8-20 0,0 0-44 0,0-10 6 0</inkml:trace>
  <inkml:trace contextRef="#ctx0" brushRef="#br0">18415 5366 64 0,'-20'-18'9'0,"40"7"-2"0,20 11 18 0,9 40-1 0,21 30-10 0,-31 9-8 0,-29-19-1 0,-39-30 0 0,-51-12-1 0,-19-7-31 0,59-1-78 0</inkml:trace>
  <inkml:trace contextRef="#ctx0" brushRef="#br0">19030 5318 109 0,'0'0'0'0,"20"-51"9"0,40 22 0 0,-41 29 3 0,-19 50-2 0,0 10-5 0,10-21-5 0,10-19 3 0,10-10 0 0,39-40-1 0,-9-20-1 0,-9 10-3 0,-23 1 3 0,-8 19 0 0,-20 1 1 0,0 19-1 0,11 19-1 0,-11 40 0 0,0 61 1 0,-21 39 1 0,1-1-4 0,2-48 3 0,-23-31 1 0,1-39 2 0,-19-31 6 0,9-49-3 0,20-38-3 0,20 27-2 0,10 2-1 0,60-50 0 0,29-10-6 0,10 29-31 0,-49 61-78 0</inkml:trace>
  <inkml:trace contextRef="#ctx0" brushRef="#br0">19278 4723 92 0,'0'0'0'0,"-59"8"37"0,-1 33-15 0,30-21-7 0,20-11-10 0,20-18 3 0,20-22-6 0,10-7-3 0,0-12 0 0,9 20 2 0,-19 30-3 0,0 10 5 0,-1 39-4 0,1 1 0 0,-9-1 2 0,-2-8-15 0,1 17-134 0</inkml:trace>
  <inkml:trace contextRef="#ctx0" brushRef="#br0">19715 5159 109 0,'0'-10'6'0,"30"0"9"0,49-1-7 0,-10 2-6 0,1 9-4 0,-29 9-29 0,-33-9-52 0</inkml:trace>
  <inkml:trace contextRef="#ctx0" brushRef="#br0">19745 5288 60 0,'-10'0'17'0,"10"0"14"0,29 0-10 0,41-10-16 0,39 10-16 0,-40 10-79 0</inkml:trace>
  <inkml:trace contextRef="#ctx0" brushRef="#br0">20439 4941 97 0,'0'-41'13'0,"30"32"-4"0,-10 9 2 0,0 30-1 0,-30 48-2 0,0 13-3 0,0-2-2 0,10-10-2 0,0-29 0 0,-10-21 2 0,0-18 1 0,10-1-1 0,0-10 0 0,0-21 0 0,0 12-2 0,0-1-60 0</inkml:trace>
  <inkml:trace contextRef="#ctx0" brushRef="#br0">22175 5179 40 0,'-10'-69'61'0,"10"28"-34"0,40 12-14 0,-20 18-8 0,-10 11-4 0,0 21 4 0,-30 28-1 0,0 31-3 0,10 29 0 0,10-1-1 0,10-17 4 0,-10-13-2 0,-10-18 0 0,20-10 0 0,30-21 1 0,29-8-1 0,11-21-2 0,-21 0-16 0,-19-21-32 0,-30-8-40 0</inkml:trace>
  <inkml:trace contextRef="#ctx0" brushRef="#br0">21927 5396 73 0,'-18'-9'17'0,"26"-1"9"0,52-1-8 0,39 3-9 0,30-2-9 0,-20 10-5 0,-29 0-41 0,-60 0-26 0</inkml:trace>
  <inkml:trace contextRef="#ctx0" brushRef="#br0">22701 5318 88 0,'0'-10'18'0,"-11"-10"-9"0,92 10-5 0,-12 10-3 0,-39 0 2 0,0 0-3 0,-1 10-33 0,-19-1-38 0</inkml:trace>
  <inkml:trace contextRef="#ctx0" brushRef="#br0">22612 5516 45 0,'0'0'5'0,"19"0"30"0,21-10-5 0,10-1-5 0,29 3-16 0,1 8-6 0,-11 0-64 0,-59 0 5 0</inkml:trace>
  <inkml:trace contextRef="#ctx0" brushRef="#br0">23366 5179 40 0,'-10'-20'35'0,"0"10"-8"0,-20 0-3 0,-20 30-3 0,11 19-16 0,-1 21-4 0,21 0 1 0,9-1-1 0,10 0 0 0,29-18 0 0,11 8 2 0,10-29-2 0,9-10 1 0,-19-20-2 0,19-20 3 0,-19 1 0 0,-20-11-2 0,10 0 6 0,-30-9-2 0,0 9-1 0,-10 10 0 0,-10-10-2 0,-10-10 0 0,10 11-1 0,-29-1 1 0,9 31-4 0,0-2 6 0,1 2-6 0,0 29 2 0,-2 19-24 0,31-9-98 0</inkml:trace>
  <inkml:trace contextRef="#ctx0" brushRef="#br0">12382 8116 73 0,'-9'0'15'0,"-10"-11"9"0,19 2 12 0,0 9-14 0,0 0-8 0,28-10-10 0,12 10-1 0,30-11 2 0,29-8-1 0,60 9 0 0,19-1-4 0,21 3 0 0,9 8 1 0,0-10 1 0,11 10 0 0,19 0 1 0,21-11-2 0,-2 11 0 0,-49 0-1 0,-19 0 0 0,-11 11 1 0,-39-11-3 0,-20 0 4 0,-20 0-2 0,1 10 0 0,-30-2 1 0,-21-8-1 0,-30 0 0 0,-9 0 2 0,-10 0-1 0,-39 0-1 0,-70-8 1 0,-60-13-1 0,-10 21 0 0,-49-9 3 0,-50-1-3 0,-49 10 1 0,29 0-1 0,50 10 0 0,20 10-1 0,0-10 2 0,-10 19-2 0,39-10 3 0,60-8-1 0,40-11-1 0,0 0 0 0,10 0 0 0,9 10 0 0,31-10 0 0,39 0 0 0,1 0 0 0,37-10 1 0,42 10-2 0,59-11 2 0,50 11-1 0,39 0-3 0,50-9 3 0,39 9 0 0,1-10 0 0,-1 0 0 0,1 10-1 0,10 0 1 0,-21 0-2 0,-49 10 1 0,-58 0 1 0,-62-10 0 0,-29 0 0 0,-20 0 0 0,-29 0 0 0,-30 9 0 0,-20-9 0 0,-10-9-77 0,0 9-5 0</inkml:trace>
  <inkml:trace contextRef="#ctx0" brushRef="#br0">12075 9564 34 0,'0'-9'13'0,"-10"9"4"0,0-11 17 0,-10 11-13 0,10 0-2 0,-10 0-4 0,20 0-6 0,20-9-8 0,40 9 2 0,39-10-2 0,40 10-1 0,30-11 0 0,-21 2 1 0,-19 9-2 0,-49 0 3 0,-21 0-1 0,-19 0-4 0,1 0 5 0,-32 0-1 0,-18 0 1 0,-32 9-1 0,-38-9 2 0,-30 21-2 0,-30-12-1 0,0 11 1 0,0-11 0 0,10 12 0 0,40-11-1 0,39-1 0 0,30-9 1 0,20 0 0 0,10-9-1 0,40-1 0 0,19-11 0 0,10 12 0 0,21 0-1 0,9 9 1 0,-20 0-1 0,-19 0 2 0,-11 0-1 0,-9 0 0 0,-21 0 0 0,1-11 0 0,-10 11 0 0,10-9 0 0,-10 18 0 0,0-9 0 0,-11 0 0 0,-9 0 0 0,10 0 0 0,0 11 0 0,-10-11 0 0,0 0 0 0,0 0 1 0,0-11-1 0,0 11 0 0,10 0 0 0,-10 0-1 0,0 0 0 0,0 0 2 0,0-9-2 0,0 18 2 0,10-9-1 0,-10 0 0 0,0 0-1 0,0 0 2 0,10 0-2 0,-10-9 2 0,0 9-2 0,10 0 2 0,-10 0-1 0,0 0-1 0,0 0 2 0,0 0 0 0,-10 0-3 0,10 0 3 0,0 0 0 0,0 0 0 0,0 0-3 0,0 0 1 0,0 0 2 0,-10 0 1 0,10 0-2 0,0 0-2 0,0 0 3 0,0 0-2 0,0 0 2 0,0 9 0 0,0-9-3 0,-10 0 2 0,10 0 0 0,0 0 2 0,0 0-2 0,10 0-6 0,-10 0-27 0,-40 20-88 0</inkml:trace>
  <inkml:trace contextRef="#ctx0" brushRef="#br0">13613 9505 26 0,'0'0'28'0,"-10"-10"-16"0,10 10 11 0,0 10-15 0,0-10 4 0,0 9 3 0,0-9-2 0,0-9-6 0,0 18-1 0,0-9-5 0,0 0-1 0,0 0 2 0,0 0 3 0,0 0-5 0,0 0 0 0,-10 11 0 0,-10-11 0 0,10 10 0 0,10-10 0 0,0 9 0 0,-10 2 0 0,10-11 0 0,0 0 1 0,10-11-1 0,-10 11 0 0,10-9 0 0,-10 9 1 0,0 0-1 0,10-10 0 0,-10 10 0 0,10-11 0 0,-10 11 0 0,0 0-5 0,0 0-16 0,0 11-76 0</inkml:trace>
  <inkml:trace contextRef="#ctx0" brushRef="#br0">14149 9604 38 0,'0'0'0'0,"-10"0"16"0,0-10 25 0,10 10-21 0,0-10 1 0,10 10-5 0,19 0-12 0,1-11-2 0,-10 11 1 0,-10 0 1 0,-20-9 4 0,-30 9-7 0,1 9 2 0,-1-9-2 0,20 11-1 0,20-11 0 0,20 0 1 0,10 0 0 0,-10 0 0 0,-10 0-1 0,-10 0 2 0,-10 0-3 0,10-11 2 0,0 11-1 0,0 0 2 0,-10 0-3 0,10 0 1 0,0 0-42 0</inkml:trace>
  <inkml:trace contextRef="#ctx0" brushRef="#br0">14645 9525 52 0,'0'0'7'0,"-10"0"4"0,10 0 17 0,-10 0-12 0,0 0 3 0,0 10-2 0,-10-10-6 0,10 0-3 0,0 0-3 0,0 0-1 0,20-10-2 0,10 10-1 0,30-11-1 0,39 11 1 0,30-9 0 0,40 9-2 0,-20 0 1 0,0 0 0 0,-40 0 1 0,-20 0-1 0,-29-10 2 0,-20 10 0 0,-11 0 0 0,-19 0-2 0,0-10 1 0,-19 20-1 0,-31-10 2 0,-49 10-1 0,-40-1-1 0,-20-9 0 0,21 11 1 0,48-11 1 0,21 10-2 0,19-10-1 0,10 0 2 0,1 0-3 0,9 0 3 0,10-10 0 0,10 10-2 0,60-11 3 0,79 11-3 0,70-9 0 0,18 9 0 0,-38 9 3 0,-60-9-3 0,-69-9 2 0,-21-1-1 0,-9 10 0 0,-10-10 1 0,1 10 1 0,-11 0 0 0,0-11-1 0,-11 11-47 0,11 11-61 0</inkml:trace>
  <inkml:trace contextRef="#ctx0" brushRef="#br0">16093 9485 57 0,'0'0'0'0,"-10"0"26"0,10-11 7 0,-10 11-13 0,1 0-5 0,-1 11-5 0,0-11-2 0,39 0-1 0,11 0-6 0,11 0 0 0,-13 0 1 0,2 0-1 0,-10 0 2 0,-10 0-1 0,-10-11 0 0,-20 11 4 0,-40 0-4 0,0 11-2 0,-9-1 1 0,9 0-1 0,11-10 0 0,29 9 0 0,0-9 1 0,20 0 0 0,29 0-1 0,21 0 1 0,-1 0-1 0,-19 0 0 0,-19-9 0 0,-12 9 0 0,-29 0 1 0,-20 0-1 0,-9 9 1 0,-1-9-2 0,30 0 1 0,10 0 0 0,10 11 1 0,20-11-1 0,20 0 0 0,-9-11 0 0,-12 11 0 0,-19-9-12 0,0 29-144 0</inkml:trace>
  <inkml:trace contextRef="#ctx0" brushRef="#br0">7193 3928 53 0,'0'-30'20'0,"0"1"-9"0,20 29 18 0,-10 40-2 0,-20 109-4 0,-10 109-14 0,10 10-4 0,40-91 1 0,-10-67-1 0,-20-40-1 0,-20-50 0 0,10-70-51 0,10-30-86 0</inkml:trace>
  <inkml:trace contextRef="#ctx0" brushRef="#br0">7104 3858 65 0,'-50'-48'31'0,"21"28"-5"0,9-11 4 0,89 12-9 0,31 8-16 0,48 2-2 0,51 0 1 0,19-2-2 0,30 11-1 0,-20 0-2 0,-29 0 0 0,-21-9 2 0,-49 9 1 0,-39 0 0 0,-31-10-1 0,-19 10 3 0,0 0-2 0,-21-10 2 0,1-1-2 0,-20 11 2 0,10 21-2 0,-10 18-3 0,10 21 1 0,-10 69-1 0,-10 50 2 0,-10 19-2 0,0-29 2 0,20-40 1 0,10-40 2 0,-10-31-1 0,0-37 1 0,-10-21 0 0,-9-50-48 0,-21 41-93 0</inkml:trace>
  <inkml:trace contextRef="#ctx0" brushRef="#br0">7213 4881 96 0,'-10'0'5'0,"-39"0"11"0,29 0 23 0,0 10-18 0,10 10-11 0,60-10-7 0,70-10 2 0,87-21-1 0,71 12-4 0,10 9 0 0,-30-10 1 0,-60 10-1 0,-39 0 3 0,-90 0 2 0,-29 10 0 0,-20-10-3 0,-10 0 0 0,19 0-1 0,1 0 0 0,10 0 0 0,-30 0-3 0,10 0 4 0,-10-10-2 0,0 10 1 0,-1 0-1 0,-9 0 0 0,0 0 0 0,10 0 0 0,-10 10 1 0,0-10-2 0,0 9 1 0,-10-18 3 0,10 9-4 0,-19-10-159 0</inkml:trace>
  <inkml:trace contextRef="#ctx0" brushRef="#br0">17760 8978 84 0,'-20'-9'26'0,"-19"-1"5"0,19 0-6 0,20 10-14 0,49-29-6 0,41 9-1 0,19 10-2 0,-20-1-1 0,-29 22-1 0,-21-11-11 0,-19 0-25 0,-20 10-28 0,-10-1 8 0</inkml:trace>
  <inkml:trace contextRef="#ctx0" brushRef="#br0">17651 9138 91 0,'-50'0'11'0,"21"20"8"0,29-20 4 0,59 0-14 0,30 0-3 0,11-20 2 0,-1 10-4 0,-40 10 2 0,-19-10 0 0,-20 10-1 0,0-11-4 0,-9 11-3 0,8-9-62 0,-8 9-21 0</inkml:trace>
  <inkml:trace contextRef="#ctx0" brushRef="#br0">19129 8740 38 0,'20'-19'12'0,"20"-11"2"0,-10 1 0 0,-10 8 13 0,-30 12 0 0,-10-12-7 0,0 12-6 0,-10-1-9 0,10 29-2 0,0 11-3 0,-9 20 3 0,-11 20 0 0,10 8-1 0,30-8-2 0,20-10 1 0,20 0 0 0,19-31 1 0,1-10-1 0,-1-8 2 0,1-31-1 0,-20-19 1 0,-21-1-3 0,-9-20 3 0,-10-9-3 0,0 9 1 0,-10 21-1 0,2-1 0 0,-23-11 1 0,-9 22 0 0,10-1-1 0,10 11 0 0,-9 9 2 0,-1-1-1 0,10 2-1 0,-10 9-1 0,20 0 2 0,-9 9 0 0,-1 12-4 0,0-11-26 0,10 20-106 0</inkml:trace>
  <inkml:trace contextRef="#ctx0" brushRef="#br0">19844 8839 85 0,'-20'0'8'0,"10"0"21"0,0 0 1 0,30-9-8 0,20 9-18 0,29-10 1 0,10-1-2 0,-19 11 0 0,-10 0-1 0,-22-9 0 0,13 9-2 0,-1 0-7 0,-20 0-29 0,-11 9-33 0,-9 2 13 0</inkml:trace>
  <inkml:trace contextRef="#ctx0" brushRef="#br0">20022 8592 51 0,'0'0'0'0,"-18"-21"66"0,18 21-41 0,0 31-8 0,-11 48-5 0,1 20-2 0,20-19-3 0,1-20-1 0,-3-21-3 0,-8-9-1 0,0-11 0 0,0-19-2 0,0-19-39 0,0-1-93 0</inkml:trace>
  <inkml:trace contextRef="#ctx0" brushRef="#br0">20766 8493 87 0,'-9'0'10'0,"-11"0"18"0,9 10 0 0,2 10-17 0,-1-10-2 0,10-10-5 0,10-10 2 0,10-30-4 0,-20 40-1 0,29-60-1 0,-10 21 2 0,2 9-2 0,-11 19 3 0,-10 11-4 0,0 61 1 0,-20 38 1 0,9 0 1 0,11-20-1 0,0-20 0 0,0-8-1 0,11-42 4 0,-11 0-4 0,-11 2 2 0,2-11-2 0,-10 0 2 0,-1 0-1 0,-10 10 0 0,10-1-2 0,0-9 3 0,20 0-4 0,10 0 5 0,39 0-6 0,21-9 4 0,10 9-3 0,-1-10 2 0,-39 10 1 0,-30-11 0 0,-10 11 0 0,-20 0-17 0,10 0-56 0,0 0-18 0</inkml:trace>
  <inkml:trace contextRef="#ctx0" brushRef="#br0">21689 8056 54 0,'0'-10'19'0,"0"-9"16"0,10-2-8 0,-30 2-8 0,0 8-9 0,1 22-9 0,-11 19-1 0,-30 49 0 0,-9 50 4 0,-1 40-4 0,20 19 0 0,50-19 1 0,50-41 1 0,30-38 1 0,-1-30 1 0,1-12 14 0,-80-48-12 0,9-9-4 0,-9 9-2 0,0 0-25 0,-29 9-123 0</inkml:trace>
  <inkml:trace contextRef="#ctx0" brushRef="#br0">21947 8433 32 0,'0'-10'18'0,"0"-9"21"0,0-1-5 0,0 9-19 0,0 11-5 0,0 0-5 0,-10 11 0 0,-10 9 1 0,1 18-4 0,9 3-2 0,10 9 2 0,0-1-2 0,10-9 1 0,19-10 1 0,-9-12-1 0,10 3 0 0,0-11 3 0,9-10-2 0,-9-10 0 0,0 0-1 0,0-1-1 0,-1-7 1 0,-9-12 0 0,0 10 0 0,-10-11 0 0,-10 1 1 0,0 1-2 0,0 0 0 0,0-1 1 0,0-10-1 0,-20 21 0 0,10-11 1 0,0 9-1 0,0 2 1 0,-9-2-1 0,-1 12 0 0,-10 0 0 0,0 9 0 0,-9 9 0 0,8 0-2 0,3 12 2 0,-13-2-1 0,2 2 1 0,19-1 0 0,10 0-4 0,10-1-44 0,20-9-66 0</inkml:trace>
  <inkml:trace contextRef="#ctx0" brushRef="#br0">22652 8582 40 0,'-60'-11'86'0,"30"2"-63"0,12-1-11 0,7-1-1 0,1 11-6 0,10-8-2 0,39-2-1 0,21 10-2 0,-1-11 5 0,1 11 2 0,-10-9-2 0,-31 9 0 0,-9-10-2 0,-10 10-2 0,0 0 1 0,-20 0-1 0,-29 10-3 0,9-1 1 0,-9-9 1 0,-1 11-1 0,10-1 1 0,12-2 0 0,-3 3 0 0,21-11 1 0,10 0-1 0,10-11 0 0,29 3 0 0,31-2 0 0,-2 10 1 0,-7 0 1 0,-12 0 0 0,-39 0-2 0,-20 0 1 0,1 0-1 0,-21 10-2 0,-10-2 1 0,-19 3-1 0,9-11 2 0,10 10-1 0,20-10 2 0,20 0-1 0,10 0 0 0,20 0-1 0,30-10 2 0,9-1 1 0,-29 3-1 0,-30-2 1 0,-10 10-3 0,0 10-3 0,0-10-33 0,20 19-65 0,-20-19 56 0</inkml:trace>
  <inkml:trace contextRef="#ctx0" brushRef="#br0">23197 8334 93 0,'0'-10'8'0,"0"-29"26"0,10 28-11 0,-10 2-14 0,0 47-3 0,-10 43-2 0,0-2 1 0,10-9-3 0,0-11 1 0,0-29 0 0,-8-11 0 0,8-19 3 0,0-49-2 0,0-10-3 0,0-11 0 0,0-9 0 0,0 19 2 0,0 10-5 0,8 20 2 0,-8 21 0 0,0 9-2 0,-8 59 3 0,-3 20-3 0,1 20 2 0,10-30-2 0,10-18 3 0,-10-21-2 0,0-20 3 0,0-20 0 0,11-41-2 0,-11-37 2 0,8-1-1 0,-8 59 1 0,10 9-1 0,0 21-33 0,-10 11-118 0</inkml:trace>
  <inkml:trace contextRef="#ctx0" brushRef="#br0">23376 7868 73 0,'0'-10'23'0,"30"0"-2"0,19 30 0 0,-9 18-10 0,29 83-7 0,1 56 0 0,-11 32-1 0,-49-30 3 0,-49-50 9 0,-21-50-5 0,11-29-4 0,19-21-3 0,10-8 0 0,10-21 0 0,0 0-1 0,10 0-1 0,-10-10 0 0,10 10-1 0,0 0 0 0,-10 0 0 0,10 0 0 0,0-11-9 0,0 2-50 0,0 9-62 0</inkml:trace>
  <inkml:trace contextRef="#ctx0" brushRef="#br0">24110 8185 67 0,'0'0'12'0,"0"0"21"0,0 0-4 0,-10 10-12 0,10-10-3 0,-10 0-22 0,10 0 8 0,0 0 10 0,0-10-2 0,20-10-7 0,0-9-1 0,0-2-1 0,0 12 3 0,-10-11-2 0,0 9 1 0,-10 21 1 0,0-8 2 0,0 8-4 0,9 8 1 0,-9 13-1 0,0 19-1 0,0 9 2 0,-9 10 1 0,-1 2-3 0,0 8 4 0,0-9-1 0,10-12 0 0,0-7-1 0,0-12 0 0,0-8 0 0,0-21 0 0,0 8 1 0,0-8-3 0,0 0 3 0,0 0-2 0,-10 0 1 0,-10 0 1 0,-10 0-9 0,10 0 3 0,-9 0 4 0,9 11 0 0,10-11 0 0,0 0 0 0,-20 10 0 0,9-10 0 0,42 0 0 0,-1 0 1 0,-10 0-1 0,0 0 0 0,10 0 0 0,9 0-3 0,1 0 18 0,0 0-15 0,0 0-2 0,0 0 1 0,-11 0-1 0,1 0 0 0,0 0 3 0,-10 0-1 0,0 0-1 0,0 0 2 0,0 9-2 0,10-9 0 0,-10 0 1 0,-10 0 0 0,9 0 1 0,-9 0-1 0,0 0 1 0,10 0-1 0,-10 0 1 0,0 0-106 0,-10 0 41 0</inkml:trace>
  <inkml:trace contextRef="#ctx0" brushRef="#br0">20340 9654 54 0,'-10'0'20'0,"0"0"-7"0,10-11 16 0,-10 11-11 0,10 0-3 0,10-9 14 0,20-12-26 0,29 21 0 0,-9-9-1 0,0-1 2 0,-31 10 0 0,-9-10-2 0,10-1 0 0,-10 11-1 0,10 0-3 0,-20-9-9 0,0 18-48 0,0 2-42 0</inkml:trace>
  <inkml:trace contextRef="#ctx0" brushRef="#br0">20330 9773 36 0,'0'0'10'0,"-10"0"27"0,10 0-12 0,-10 0-4 0,10 0-8 0,0 0-1 0,-20 0-8 0,10 9 0 0,10-9 0 0,-10 0 2 0,10 0-2 0,0 0 1 0,10 0-2 0,30 0-1 0,0-9-1 0,-1 9 0 0,1-10-1 0,-10 0 2 0,10 10 1 0,-11-11-2 0,11 11 0 0,-20 0 0 0,-10 0-1 0,-10 0 1 0,0-9 2 0,10 9 0 0,0 0-2 0,-10 0-25 0,11 9-119 0</inkml:trace>
  <inkml:trace contextRef="#ctx0" brushRef="#br0">21203 9664 25 0,'0'0'0'0,"-10"0"16"0,10-10 9 0,0 10 33 0,0 0-30 0,0 0-21 0,-10 10 0 0,10-10 1 0,-10 0-2 0,0 0-1 0,10 0-2 0,0 0-2 0,-10 0 0 0,10 0 0 0,20 0 1 0,-10 0-1 0,20 0-3 0,10 0 3 0,-1 0-1 0,-19 0 2 0,1 0 1 0,-12 0 1 0,31-10-3 0,-2-1 0 0,13 2 2 0,-31-1 1 0,-10 10 1 0,0 0-2 0,-10 0-3 0,0 0 0 0,-10 10-13 0,0-1-23 0,10 2-96 0</inkml:trace>
  <inkml:trace contextRef="#ctx0" brushRef="#br0">21858 9396 27 0,'0'-21'36'0,"10"2"6"0,-10 8-11 0,10-8-13 0,-10 9-9 0,0-1 0 0,0 11-4 0,0 0 0 0,0 11-4 0,-10 48 4 0,10-19-4 0,0 10 0 0,-10-1 2 0,10-8-3 0,0 8 5 0,0 1-4 0,0-11 1 0,0-9 1 0,0-11 2 0,0-8-1 0,0-1 0 0,0 9-1 0,0-8-3 0,0-1 1 0,0-2 3 0,0-8-4 0,0 11 3 0,0-11-1 0,-10 0-9 0,-10-19-133 0,10 9 81 0</inkml:trace>
  <inkml:trace contextRef="#ctx0" brushRef="#br0">19100 9624 41 0,'0'0'3'0,"0"-20"17"0,0 0 9 0,10 0 2 0,-10 0-5 0,0 20-16 0,0 11-8 0,-20 18 0 0,0 21-1 0,10 9-1 0,10-19 1 0,0 9-1 0,10-20 1 0,10-18 0 0,9-11 0 0,1-11 0 0,10 3-1 0,0-13 0 0,-21 21-2 0,-9-9 2 0,0 9 0 0,20 9 0 0,-10-9 0 0,10 0 0 0,-20 0 1 0,1 0-1 0,-3-9 0 0,-8-1 0 0,0 10-3 0,0-10-17 0,-8 10 19 0,-3 0 2 0,11-11 5 0,0 11 0 0,0 0-3 0,0-9 1 0,11 18 2 0,-11 12-6 0,8-11 0 0,-8 10 0 0,10-10 0 0,0-2 0 0,10 3 1 0,10-1 0 0,0-10 0 0,-11-10 0 0,0-1 0 0,-8-18 1 0,9-11 0 0,0 10-1 0,0 1 5 0,-20-11 0 0,-10 1-1 0,0 8-2 0,0 13 0 0,10 7-6 0,-10 22-49 0,10 18-82 0</inkml:trace>
  <inkml:trace contextRef="#ctx0" brushRef="#br0">19764 9782 50 0,'0'0'9'0,"0"-9"27"0,10-1-1 0,0 20-26 0,-10 28-3 0,0 23-1 0,10-11 2 0,-10-11 0 0,10-9 1 0,-20-20-7 0,10-1 1 0,-10-9 1 0,0-19-17 0,0-1-48 0,0 20-23 0</inkml:trace>
  <inkml:trace contextRef="#ctx0" brushRef="#br0">12134 11757 59 0,'0'0'7'0,"0"-11"19"0,0 11-10 0,0-9 12 0,0 18-17 0,-9 12 1 0,-11 28-4 0,0 1-2 0,10 10-3 0,10-20-1 0,10 8 0 0,10-17-1 0,0-1 1 0,9-21 1 0,1-9 0 0,20-19-1 0,-11-1-1 0,1-11 1 0,-10 12 0 0,-19-10 0 0,-2-11-1 0,1-1 3 0,-10 1-2 0,0 2 0 0,-10 8 0 0,1-1 2 0,-2 1-6 0,-9 12 5 0,0-2-3 0,0 10 1 0,0 0 0 0,-9 10-1 0,-1 0 0 0,0 10 1 0,10 0-1 0,-9-1-1 0,9 20 1 0,0-8 2 0,-10 9-3 0,0 10-16 0,1 9-143 0</inkml:trace>
  <inkml:trace contextRef="#ctx0" brushRef="#br0">12789 11955 46 0,'-20'-9'29'0,"1"-1"9"0,9 10-13 0,10-10-6 0,0 10-10 0,29 0 0 0,11 0-3 0,30 0-2 0,-11-20-1 0,-8 20 0 0,-23-10-1 0,-8 10-1 0,0-11-1 0,-10 11-9 0,-1-9-33 0,-18 9-80 0</inkml:trace>
  <inkml:trace contextRef="#ctx0" brushRef="#br0">12898 11727 56 0,'0'0'0'0,"0"-19"47"0,0 19-11 0,10 29-16 0,0 20-11 0,0 21-1 0,-10 0-2 0,10-21-2 0,-10-19-2 0,-10-10 1 0,0-10-14 0,10-10-116 0,0 0 87 0</inkml:trace>
  <inkml:trace contextRef="#ctx0" brushRef="#br0">13285 11737 62 0,'-10'-29'36'0,"10"8"3"0,10 12-21 0,-10 18-7 0,0 41-1 0,-10 20-1 0,10 8-5 0,0-17 0 0,0-41 0 0,10-11 0 0,-10-18-1 0,10-11-48 0,0 0-75 0</inkml:trace>
  <inkml:trace contextRef="#ctx0" brushRef="#br0">13752 11579 42 0,'20'-40'9'0,"-1"0"20"0,-10 30-10 0,-9-1-9 0,-28 32-6 0,-22 49 0 0,-10 39-2 0,22 20-1 0,27 10-1 0,31-40 1 0,19-31-1 0,-19-37 2 0,10-31 2 0,-20-31-15 0,10-7-84 0</inkml:trace>
  <inkml:trace contextRef="#ctx0" brushRef="#br0">14000 11797 39 0,'10'-40'24'0,"-10"10"9"0,0 19-21 0,-30 41-7 0,10 31-2 0,0-2-1 0,20 11-1 0,20-22 0 0,20-27 0 0,-1-12 2 0,11-39 0 0,-20-18-1 0,-20-32 1 0,-10-9-1 0,-20 38-1 0,-30 43-1 0,1 8-34 0,29 19-50 0</inkml:trace>
  <inkml:trace contextRef="#ctx0" brushRef="#br0">14435 11915 59 0,'0'0'0'0,"-9"-19"39"0,18-11-19 0,22 20-15 0,19 10-3 0,19 0-2 0,1 0-12 0,-11 20-67 0,-49-20 50 0</inkml:trace>
  <inkml:trace contextRef="#ctx0" brushRef="#br0">14903 11767 63 0,'0'-10'25'0,"0"10"-2"0,0 50-15 0,0 9-5 0,10 11-4 0,-1-31-16 0,1-19-79 0</inkml:trace>
  <inkml:trace contextRef="#ctx0" brushRef="#br0">15091 11569 71 0,'0'0'0'0,"20"0"16"0,0 89-3 0,10 90-11 0,-30 9-1 0,-50-60 2 0,-10-48 3 0,11-50-3 0,39-20-21 0,10-20-69 0</inkml:trace>
  <inkml:trace contextRef="#ctx0" brushRef="#br0">15677 12025 46 0,'-20'0'3'0,"0"-11"18"0,10 11-9 0,50 0-11 0,39 0 0 0,10 0-12 0,-39 11-41 0,-40-11 33 0</inkml:trace>
  <inkml:trace contextRef="#ctx0" brushRef="#br0">15686 12113 15 0,'-9'0'18'0,"-22"11"5"0,52-11-10 0,48-11-9 0,20 2-21 0,-39 0-35 0</inkml:trace>
  <inkml:trace contextRef="#ctx0" brushRef="#br0">16351 12054 46 0,'0'0'0'0,"-30"-9"30"0,21-1-1 0,-1 10-22 0,39 0-5 0,31 0-1 0,9 0 1 0,-39-10-1 0,-10-1 2 0,0 22-18 0,0-1-69 0,-20 0 63 0</inkml:trace>
  <inkml:trace contextRef="#ctx0" brushRef="#br0">16808 11876 42 0,'0'0'4'0,"10"-31"33"0,-10 31-16 0,0 51-13 0,-10 37-3 0,10-18 0 0,10-11-1 0,-10-28 2 0,0-22 0 0,0-28-3 0,11-11-31 0,-3 21-70 0</inkml:trace>
  <inkml:trace contextRef="#ctx0" brushRef="#br0">20459 12739 67 0,'-10'0'9'0,"-20"-9"21"0,0 9-13 0,30 0-4 0,50 0-10 0,20 9-1 0,-1-9-2 0,-8-9 1 0,-13 9-6 0,-18-11-38 0,-21 11-47 0</inkml:trace>
  <inkml:trace contextRef="#ctx0" brushRef="#br0">20915 12520 57 0,'0'0'6'0,"0"0"21"0,10 41-6 0,-10 47-10 0,-10-7-7 0,0-32-6 0,20-10-51 0,0-28-15 0</inkml:trace>
  <inkml:trace contextRef="#ctx0" brushRef="#br0">21134 12809 49 0,'0'0'0'0,"10"59"26"0,-10-10 0 0,-30-18-10 0,-60-1-14 0,11-1-76 0,79-29 36 0</inkml:trace>
  <inkml:trace contextRef="#ctx0" brushRef="#br0">21600 12689 31 0,'0'0'5'0,"-40"-9"32"0,30-1-9 0,0 10-16 0,40-10-3 0,30-1-3 0,-1 11-2 0,-9-9-2 0,-20 9-2 0,-11 0-12 0,1 0-48 0,-10 0 1 0</inkml:trace>
  <inkml:trace contextRef="#ctx0" brushRef="#br0">22106 12472 44 0,'0'-21'20'0,"-10"90"21"0,-10 21-32 0,20 10-5 0,0-41-1 0,0-19-3 0,0-40-32 0,0 0-49 0</inkml:trace>
  <inkml:trace contextRef="#ctx0" brushRef="#br0">22294 12689 57 0,'0'0'18'0,"0"-9"0"0,0-1-72 0</inkml:trace>
  <inkml:trace contextRef="#ctx0" brushRef="#br0">20063 12372 70 0,'0'-21'6'0,"-59"82"13"0,-32 58-5 0,22 39-8 0,69-29-5 0,59-30 0 0,11-30-2 0,-21-28-4 0,-29-31-101 0</inkml:trace>
  <inkml:trace contextRef="#ctx0" brushRef="#br0">22433 12263 61 0,'0'-20'5'0,"20"59"0"0,20 121 3 0,11 87-4 0,-43-49-2 0,-37-88 10 0,-61-70-3 0,31-30-22 0,49-41-75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4901 5923 32 0,'-49'-30'7'0,"9"10"3"0,0 11 3 0,-19-1-3 0,-1 10-2 0,21 10-2 0,19-1-2 0,40-9 3 0,49 10-2 0,80-10-4 0,69-10 3 0,60 1-1 0,20-1 2 0,-1 10-2 0,-29 0 0 0,-99 10 0 0,-60-1 0 0,-39-9-1 0,-31 0-1 0,1 0 0 0,-19-9 0 0,-21 9 1 0,-11 0 0 0,1-10-1 0,0 0 0 0,10-10-1 0,0 10-60 0</inkml:trace>
  <inkml:trace contextRef="#ctx0" brushRef="#br0">7620 5883 47 0,'-20'-10'11'0,"0"10"2"0,0-9 6 0,11 9-11 0,9 0 14 0,0 0-18 0,0 0 1 0,29 0-1 0,41 0-1 0,29-10 0 0,40 0-2 0,20 10 0 0,9-11 0 0,-19 11-1 0,-30 0 2 0,-30 11-1 0,-49-1 1 0,-21-10 7 0,-19 0-6 0,11-10-1 0,9 10-1 0,-10-11-7 0,39 32-106 0</inkml:trace>
  <inkml:trace contextRef="#ctx0" brushRef="#br0">9436 5824 24 0,'-20'0'5'0,"0"0"13"0,10 0 3 0,0 0-5 0,-10 0-2 0,-9 0-6 0,9 0-2 0,0 9-3 0,10-9 1 0,-1 0 2 0,11 0-1 0,0 0-2 0,0 0-2 0,21 0 1 0,48 0-1 0,50-9 0 0,50 9-2 0,1 9 2 0,-13-9-1 0,-28 11-1 0,0-11 1 0,-29 10 1 0,-31 0 0 0,-39-10 0 0,-20 0 4 0,-10 0-3 0,11-20-1 0,-2 9-8 0,-9 11-103 0</inkml:trace>
  <inkml:trace contextRef="#ctx0" brushRef="#br0">8285 6915 26 0,'0'0'0'0,"0"0"6"0,-20-11 7 0,10 11 2 0,0-9 2 0,20 9-8 0,40-9-1 0,9-2 0 0,21 2-1 0,-21 9-5 0,-18 9 0 0,-3-9-1 0,-8 0 0 0,10 0-6 0,-20-9-19 0,-20-1-28 0,0 10 26 0</inkml:trace>
  <inkml:trace contextRef="#ctx0" brushRef="#br0">8553 6776 23 0,'-20'-19'26'0,"10"9"-15"0,-10 10 8 0,20 0-12 0,20 10 3 0,20 19-4 0,9 1-1 0,-9 10-3 0,-30-1 2 0,-20 11 0 0,-30-30 0 0,10 10-2 0,11-10-1 0,0-11-1 0,8 11-9 0,11 9-86 0</inkml:trace>
  <inkml:trace contextRef="#ctx0" brushRef="#br0">9714 6260 16 0,'0'0'-13'0,"9"-20"24"0,-9 20 0 0,-9-9 15 0,-1 9-1 0,-10 0-7 0,0 9-9 0,20-9-5 0,0 0 1 0,0 0 0 0,30 0 1 0,-1 0-4 0,11 0 1 0,-10 0-2 0,-9 0 1 0,-2 0-2 0,-19 0 1 0,0 0-2 0,9 0 1 0,11 11-11 0,10-11-52 0,-30 0 22 0</inkml:trace>
  <inkml:trace contextRef="#ctx0" brushRef="#br0">10091 6122 35 0,'0'-10'11'0,"0"-1"13"0,-10-8 5 0,0-1-11 0,10 20-9 0,0 0-6 0,0 9-1 0,-10 71 2 0,0-20-3 0,10-11 0 0,10-19 0 0,-10 10 0 0,0-10 0 0,0-21 0 0,0 2 1 0,0-11-1 0,0 0 2 0,0-30 0 0,0-30-2 0,10 10-1 0,10 1 1 0,-20 9-1 0,0 1 1 0,-10 9 0 0,10 19-1 0,0 2-1 0,10 39-20 0,29 8-100 0</inkml:trace>
  <inkml:trace contextRef="#ctx0" brushRef="#br0">10438 6112 33 0,'0'0'0'0,"-10"-11"22"0,-10 2 14 0,20-1-18 0,10 10-16 0,21 19 2 0,7 10-1 0,-8-8-1 0,-11 19 2 0,-8 0-3 0,9-11 0 0,-10-9 0 0,10-10 0 0,-1-1-1 0,-9-9-8 0,-10 11-28 0,0-22-40 0</inkml:trace>
  <inkml:trace contextRef="#ctx0" brushRef="#br0">10557 6082 30 0,'0'-11'1'0,"0"-8"15"0,0 19 7 0,0 0-3 0,-40 30-2 0,0 29-8 0,12-9-3 0,7-10-2 0,-9 9 2 0,30-49-8 0,10 10-33 0,10-20-60 0</inkml:trace>
  <inkml:trace contextRef="#ctx0" brushRef="#br0">11033 5993 53 0,'-10'-10'2'0,"-10"-20"8"0,1 9 21 0,-1 21-14 0,-10 31-11 0,0 28-3 0,0 11 0 0,30-11-2 0,10-10 0 0,20-9 1 0,30-29-1 0,-11-11 0 0,1-20 2 0,-20-20-3 0,-1-10 2 0,-29-9 3 0,-10-11 0 0,-28 1-1 0,-3 28-3 0,1 32-1 0,-19 9 0 0,39 30-47 0,30 0-41 0</inkml:trace>
  <inkml:trace contextRef="#ctx0" brushRef="#br0">11470 6122 38 0,'-20'0'24'0,"0"-10"7"0,10-10-5 0,10 10-19 0,10 10-4 0,30 0-1 0,39 0 0 0,-9 0-3 0,-21 0 4 0,-9 0-3 0,-10 0 1 0,-11-11-1 0,2 11-15 0,-2 0-36 0,-19 0-13 0</inkml:trace>
  <inkml:trace contextRef="#ctx0" brushRef="#br0">11638 5893 41 0,'-19'-20'26'0,"9"11"-1"0,0 47-9 0,0 32-7 0,0 10-4 0,20-2-3 0,10-38 0 0,-20-10-1 0,10-9-9 0,-1-21-75 0</inkml:trace>
  <inkml:trace contextRef="#ctx0" brushRef="#br0">12075 6052 53 0,'0'0'0'0,"-20"0"3"0,10-10 13 0,-10 10 4 0,20 0-3 0,-10 0-6 0,10-11-7 0,30 11-3 0,20 0 0 0,-1 11-1 0,-29-11 2 0,10 0 1 0,-10 0-2 0,0 0-1 0,0 0-11 0,-1 10-57 0,-19-10 29 0</inkml:trace>
  <inkml:trace contextRef="#ctx0" brushRef="#br0">12511 5844 59 0,'0'-20'12'0,"-19"10"15"0,19 10-14 0,-10 30-6 0,0 19-4 0,10 30 1 0,0 1-2 0,10-10 1 0,-10-31 0 0,0-9 0 0,0-21 1 0,0 2 0 0,0-1-1 0,0-20 1 0,0-10-10 0,10 10-129 0</inkml:trace>
  <inkml:trace contextRef="#ctx0" brushRef="#br0">17383 6479 41 0,'0'-11'9'0,"20"-38"11"0,0 19-1 0,0 10-5 0,-10 31-10 0,-20 68 2 0,-20 80-2 0,-10 58-3 0,20-37 2 0,30-61-2 0,0-60 1 0,10-50 2 0,-10-48-29 0,0-30-64 0</inkml:trace>
  <inkml:trace contextRef="#ctx0" brushRef="#br0">17403 6339 49 0,'-10'-9'8'0,"0"-11"2"0,20 0 8 0,40 10-9 0,79 10-4 0,59 0-2 0,30 0-5 0,-10 10 4 0,-39 10 3 0,-69-10-1 0,-51-10 0 0,-19 10-1 0,0-10-2 0,0 9 1 0,-11 32-1 0,-9 47 1 0,-20 51-1 0,-9 40 1 0,9-40 1 0,20-20 0 0,-10-39-2 0,10-51 1 0,-1-19-3 0,-9-20-30 0,-9-19-63 0</inkml:trace>
  <inkml:trace contextRef="#ctx0" brushRef="#br0">17383 7163 33 0,'-59'0'20'0,"-1"0"0"0,40 0 2 0,10 0-15 0,30 9 0 0,10 2-2 0,39-11-1 0,42 0 1 0,56-11-3 0,22 11-1 0,9 0-1 0,-39 11 2 0,-30-1 0 0,-40-10 2 0,-39 0-1 0,-1 0 0 0,-19 9 1 0,-10-9 0 0,-10-9 0 0,-10-1-3 0,0-1-42 0,-10 11-50 0</inkml:trace>
  <inkml:trace contextRef="#ctx0" brushRef="#br0">22374 4881 7 0,'-10'-10'7'0,"-10"-30"27"0,0 21-8 0,10-1-13 0,10 20-8 0,10 0-4 0,30 9 1 0,0 42-2 0,19-3 0 0,11-7 0 0,9-12 1 0,-20 0 0 0,-40-8 5 0,-8-12 3 0,-11-9-3 0,-11 31-3 0,-27 8 0 0,-22 1 1 0,1 0-1 0,19 0-1 0,10-11-1 0,-10 1-2 0,21-11-27 0,19 12-47 0,0-31 49 0</inkml:trace>
  <inkml:trace contextRef="#ctx0" brushRef="#br0">22820 5219 26 0,'0'-21'30'0,"0"21"0"0,-39 50-16 0,-31 10-4 0,21-2-8 0,9-17 0 0,30-1-2 0,1-21-28 0,18-19-52 0</inkml:trace>
  <inkml:trace contextRef="#ctx0" brushRef="#br0">23128 5050 52 0,'-20'-40'21'0,"0"20"2"0,0 40-17 0,10 39-6 0,20 0 3 0,0 11-4 0,20-20 2 0,20-31 1 0,9-19 1 0,-10-48 0 0,-9-12 2 0,-30-9 1 0,-29-1 3 0,-21 11-7 0,-30 39-3 0,21 30-2 0,39 49-58 0,30-29 0 0</inkml:trace>
  <inkml:trace contextRef="#ctx0" brushRef="#br0">23901 5128 35 0,'-19'0'13'0,"-1"-9"16"0,20 0-12 0,-10 9-11 0,31 0-2 0,47-11-3 0,22 2 6 0,-11 9 0 0,-19 0-5 0,-21-10 0 0,-19 10 0 0,-10-11-2 0,10 2 1 0,-20 9 1 0,0-10 0 0,-20-11-1 0,-10 12 1 0,11 9-2 0,19 0 0 0,9 9 0 0,11 12-1 0,-10-2 1 0,0 2 0 0,-10 8 2 0,-30-9-10 0,-19 0-107 0</inkml:trace>
  <inkml:trace contextRef="#ctx0" brushRef="#br0">24646 4911 44 0,'0'0'4'0,"-10"0"19"0,10-11-5 0,-10 11-10 0,0 0-4 0,10-9-2 0,10-30-1 0,0-1 0 0,10 10 0 0,-10 9 0 0,0 12-1 0,-10 29 2 0,-10 50 0 0,0 29-2 0,0-11 0 0,10-7 1 0,0-32-1 0,-10-19 6 0,-10-10-2 0,-20-20 1 0,0 10-5 0,12-10 1 0,47 0-10 0,60 0 7 0,11-10 9 0,-21 10-7 0,-29-11-27 0,-40 11-65 0</inkml:trace>
  <inkml:trace contextRef="#ctx0" brushRef="#br0">22900 5824 18 0,'20'-21'11'0,"-1"2"20"0,-48 49 5 0,-11 29-30 0,-10 21-1 0,-29-11-2 0,0-9-4 0,39-30 3 0,40-12-1 0,30 3-1 0,39 9 3 0,1 20-1 0,-11-21-1 0,-29 10 0 0,-10-18 0 0,9-2-21 0,1-8-76 0</inkml:trace>
  <inkml:trace contextRef="#ctx0" brushRef="#br0">23227 6112 54 0,'-10'-11'13'0,"10"2"8"0,0 39-10 0,0 29-8 0,21-9-1 0,38-21-1 0,0-29 2 0,-29-39 3 0,-20-31 7 0,-30 11-4 0,-40 29-6 0,-18 20-7 0,67 10-69 0,22 0 28 0</inkml:trace>
  <inkml:trace contextRef="#ctx0" brushRef="#br0">23822 6071 48 0,'0'0'0'0,"-49"-9"22"0,39 9-2 0,10 0-12 0,40 0-6 0,39-10-1 0,30 10 0 0,-30-10 15 0,-9-1-16 0,-20 11 0 0,-31-9 0 0,1-1 3 0,-10-1 0 0,-20-7 2 0,-20-2-2 0,-9 0 0 0,9 9 0 0,20 11 0 0,10 0-6 0,40 21 2 0,-1 9-4 0,-9-12 2 0,-20 12 6 0,-30 1 0 0,-39-22-5 0,9 12-77 0,50-21 37 0</inkml:trace>
  <inkml:trace contextRef="#ctx0" brushRef="#br0">24686 5883 20 0,'0'0'25'0,"0"-10"6"0,0 1-15 0,-10 9-6 0,-10 19-7 0,0 11 0 0,0 0-1 0,-1 20 1 0,2-21 3 0,10-9-1 0,9-10-2 0,0-10-2 0,9 0-2 0,-9 0 1 0,10 0 0 0,-10 10 0 0,0-10 1 0,0 0 0 0,0 9-1 0,0-9 1 0,9 0-1 0,-9 11 0 0,0-11 0 0,11 0 0 0,-11 10 0 0,0-10-1 0,0 9-1 0,0 2 3 0,0-1-1 0,10-2-1 0,0 3 0 0,20-1-1 0,10-10 13 0,19 0-13 0,-9 0 3 0,-11-21-2 0,-9 3 2 0,-20-23 0 0,20 1-1 0,-20-8 1 0,-10 8 1 0,0 10-2 0,-20 0 0 0,-10 11 2 0,0 9 0 0,-19 0 3 0,-11 20-16 0,1 0 14 0,9 9-1 0,10 11 0 0,11 0-2 0,-1 10 1 0,20 8-3 0,10-8-1 0,19 1-1 0,31-12 1 0,0-9 3 0,19-11 6 0,-9-9-7 0,0-9-1 0,-11-11 3 0,-9-29-1 0,0-12 0 0,-31-17 3 0,-28 27-8 0,-61 32-85 0,70 9 53 0</inkml:trace>
  <inkml:trace contextRef="#ctx0" brushRef="#br0">8513 7400 24 0,'0'-38'18'0,"-10"-2"6"0,10 19-3 0,10 42-12 0,-10 97 1 0,0 72-3 0,20-13-3 0,-9-48-1 0,-11-38 0 0,9-43-3 0,-9-27-28 0,0-51-52 0</inkml:trace>
  <inkml:trace contextRef="#ctx0" brushRef="#br0">8453 7253 52 0,'-19'-20'11'0,"9"10"-7"0,20-11 12 0,79 2-5 0,89-11 0 0,71 1-5 0,18 19-3 0,21 20-1 0,-20 0-3 0,-50 9 2 0,-49-9 0 0,-60-1-2 0,-49-9 0 0,-21 11 2 0,11-11 1 0,0 10-2 0,-10 10 2 0,-12 30-1 0,-17 49-1 0,-11 60 2 0,0 9-1 0,0-20 1 0,10-28 0 0,0-42 2 0,-10-27-1 0,-20-41 0 0,-10-10-30 0,-10-21-72 0</inkml:trace>
  <inkml:trace contextRef="#ctx0" brushRef="#br0">8533 8105 54 0,'-80'0'4'0,"31"0"15"0,29 11 2 0,50-11-9 0,79 10-3 0,89-10-2 0,110 0-7 0,49 0 2 0,60 19-4 0,-80-8 2 0,-89-2 0 0,-109 0 5 0,-89-18 2 0,-40 0-1 0,-20-11-5 0,-10 10-5 0,-10 10-112 0</inkml:trace>
  <inkml:trace contextRef="#ctx0" brushRef="#br0">12869 9435 19 0,'-70'-20'39'0,"40"11"-20"0,11 9-4 0,-1 0-3 0,10 9-4 0,-10-9-2 0,20 0-2 0,10 0-2 0,49 0-1 0,51-9-1 0,38-1 0 0,41 0 1 0,49-1 1 0,19 11-1 0,2 0 0 0,-11 11-1 0,-20-1 2 0,-9-10-1 0,10 0 1 0,-22-10-2 0,-28 10 1 0,-30 0 0 0,-1-11 1 0,-29 11-2 0,0-9 4 0,-29 9-4 0,-41 0 2 0,-9 0-1 0,-20 0 3 0,-10-10-3 0,-10 10 1 0,0-11-32 0,-20 22-63 0</inkml:trace>
  <inkml:trace contextRef="#ctx0" brushRef="#br0">4683 5873 22 0,'0'0'4'0,"-10"-9"-2"0,0 9 14 0,10 0 4 0,-10 9-15 0,20-9-2 0,40 0-2 0,49 0-3 0,30-9 3 0,40 9 0 0,19 9 0 0,21 1 3 0,-1 9 1 0,0-8-2 0,-29-1 0 0,-40-10 0 0,-30 0 1 0,-49 0-1 0,-41-10-2 0,-19 10 2 0,-39-11-4 0,-70 11 2 0,-50 0-2 0,-40 0 2 0,-19 0-4 0,-10 0 1 0,0 11-3 0,29 8 4 0,40-19-3 0,50-9 1 0,30 9 0 0,29 9 1 0,40 12-3 0,10-21 3 0,10 0 2 0,80 0-1 0,88-30-1 0,90 9 2 0,60 12 4 0,-1 9 2 0,-39 0 0 0,-60 0 0 0,-69 0-3 0,-70 0-1 0,-69-10 0 0,-9 0 1 0,-11 1-1 0,-11-1-2 0,-9 20-3 0,-10 9-67 0</inkml:trace>
  <inkml:trace contextRef="#ctx0" brushRef="#br0">3483 4990 31 0,'-30'0'6'0,"-20"-9"6"0,20 18-1 0,1 11 2 0,-1-20 3 0,10 10-10 0,30-1 0 0,50-9-2 0,59-19 3 0,49-1 0 0,41 20-1 0,30-9-6 0,28 9 4 0,-9 0-4 0,-20-11 1 0,-40 11 1 0,-39 0 1 0,-70-9-3 0,-39-1 1 0,-1-11 0 0,-9 12-1 0,-10-1 4 0,-10-20-1 0,0-9-2 0,-11-21 2 0,11-39-2 0,0-21 0 0,-10 12 2 0,-10 8-2 0,-20 1-2 0,-10 9-3 0,11 20-3 0,-1 1 1 0,30 60 3 0,-20-12 1 0,-21 2-3 0,-18 19 0 0,-30 0 3 0,-30 0 0 0,-50 0-1 0,-39 0-4 0,-30 0-2 0,19 10 3 0,11 10 0 0,9-10 1 0,11 10 1 0,9 0 1 0,20 0-1 0,50 9 1 0,20-29-1 0,19 10 2 0,10-1 1 0,11 2 0 0,9-1 1 0,20 0 0 0,0 10 0 0,10 39 1 0,10 40 1 0,-10 21 2 0,20 19 6 0,0-2 1 0,9-37-2 0,-9-10-2 0,-10-30-2 0,-10-31-1 0,0-19 0 0,0-10-7 0,20 9-92 0</inkml:trace>
  <inkml:trace contextRef="#ctx0" brushRef="#br0">19010 10070 8 0,'-10'0'14'0,"0"0"12"0,1 0-1 0,-1 9-10 0,10-9-4 0,-10 11-1 0,0-11-2 0,0 0-2 0,10 0-3 0,0 0-1 0,49 0 1 0,1 0-1 0,20 0 0 0,-21 0-2 0,-9 0 2 0,-10 0 2 0,-1-11-4 0,-9 2 2 0,-10 0-3 0,0 9-27 0,0 9-77 0</inkml:trace>
  <inkml:trace contextRef="#ctx0" brushRef="#br0">19556 9811 51 0,'-20'-18'11'0,"-1"7"21"0,21 2-17 0,11 18-9 0,9 41-1 0,-30 29 2 0,10 20-2 0,-10-9 0 0,20-30-2 0,-10-30 0 0,0-1 0 0,-10-19-2 0,10 0 0 0,0-10-8 0,-11-20-60 0,11 9 3 0</inkml:trace>
  <inkml:trace contextRef="#ctx0" brushRef="#br0">19943 10050 37 0,'-20'0'15'0,"10"-9"16"0,-10 9-13 0,10 0-7 0,20 0 5 0,40-10-11 0,29 0-1 0,1-1-2 0,-21 11 0 0,-19-9 0 0,-30 9-1 0,0-10-1 0,0 10-1 0,0 0-14 0,-10 0-30 0,0 0-33 0</inkml:trace>
  <inkml:trace contextRef="#ctx0" brushRef="#br0">20082 9822 27 0,'-10'-19'42'0,"10"19"-13"0,-9 8-20 0,-12 62 1 0,11 10-1 0,10 0-2 0,10-21-2 0,0-19-2 0,-10-10 0 0,0-21-2 0,0 2-2 0,-10-11-34 0,10 0 19 0,0 9-51 0</inkml:trace>
  <inkml:trace contextRef="#ctx0" brushRef="#br0">20657 9782 27 0,'0'-9'22'0,"10"-11"8"0,-10 9-13 0,0 32-3 0,-10 19-8 0,10 29-3 0,-10-9 2 0,10-1-2 0,-8-9 0 0,8-21 1 0,-11-20-4 0,11 2 2 0,0-11 2 0,0-11-2 0,-10-27-1 0,10-23 0 0,0 13 0 0,0 8-1 0,10 0 0 0,-10-1 1 0,0 12-1 0,0 20 0 0,0 9 1 0,0 9-1 0,0 2 0 0,11-1-30 0,-3-2-75 0</inkml:trace>
  <inkml:trace contextRef="#ctx0" brushRef="#br0">21292 9485 50 0,'0'-30'9'0,"0"10"13"0,0 0-5 0,0 20-8 0,-18 11-6 0,-33 58 3 0,-28 60-3 0,19 20 1 0,20 10-2 0,60-30-1 0,40-20 0 0,29-40 0 0,-10-30 1 0,-38-28 2 0,-32-1-2 0,-9-20-11 0,-9-10-107 0</inkml:trace>
  <inkml:trace contextRef="#ctx0" brushRef="#br0">21420 9773 4 0,'0'-10'16'0,"0"0"13"0,0-10-3 0,-9-1-7 0,9 12-7 0,0 9-3 0,0 20-4 0,-10 39-2 0,10 31 1 0,10-11-2 0,-1-29 1 0,-9-20 1 0,0-20-1 0,0-10 1 0,0-31-1 0,0-18-2 0,0-20 0 0,0-12 0 0,-9 33-1 0,-1 18 1 0,10 0-1 0,0 20 0 0,0 10-1 0,-9 10-6 0,9 10-49 0,19-10-20 0</inkml:trace>
  <inkml:trace contextRef="#ctx0" brushRef="#br0">21898 9902 25 0,'0'0'0'0,"-30"-10"21"0,20 10-4 0,0 0-4 0,0 0 0 0,-10 10-2 0,10-10-7 0,10 0 0 0,10 0-2 0,30-10 1 0,11-1 0 0,8 11 0 0,9-9-1 0,-8 9 2 0,-10 0-1 0,-31 0 1 0,-9 0-2 0,0-10 3 0,0 10 0 0,-10 0-5 0,0 0-20 0,-10 10-51 0,10-1 24 0</inkml:trace>
  <inkml:trace contextRef="#ctx0" brushRef="#br0">22622 9742 32 0,'0'0'13'0,"9"-19"15"0,-9 8 1 0,-9 2-15 0,-1-1-8 0,-10 29-4 0,10 11-1 0,-10 21 2 0,2 8-2 0,7-19 0 0,11 8 0 0,11-8 0 0,7-10 0 0,23-9 0 0,8-2 1 0,0-19 1 0,-9-19 0 0,-10-11 0 0,-1 9-2 0,1 2 0 0,-20-2 2 0,0-8-2 0,-10-1 0 0,0 1 0 0,0-12 0 0,-10 12-2 0,-10 0 2 0,-9 9-1 0,9-1 1 0,0 2-1 0,-10 0 0 0,10 9 0 0,-10 10 0 0,1 0 0 0,9 19 0 0,-10 10 0 0,-10 1-26 0,21 10-91 0</inkml:trace>
  <inkml:trace contextRef="#ctx0" brushRef="#br0">22870 9415 8 0,'0'-9'23'0,"-10"-1"7"0,10 0-9 0,0-10-11 0,0 20-4 0,10 0 0 0,0 0-2 0,10 9-2 0,29 42 0 0,11 28-4 0,-1 29 5 0,-49 12-1 0,-20 9-2 0,-19-30 3 0,-21-19-1 0,0-12 3 0,1-17 2 0,19-32-1 0,0-8-2 0,30-2 0 0,-10-18-3 0,10 9 1 0,0 0 1 0,0 0-2 0,0 0-1 0,0-11 0 0,-10 11 0 0,0-9-15 0,1-12-54 0,-1 21 9 0</inkml:trace>
  <inkml:trace contextRef="#ctx0" brushRef="#br0">23238 9782 19 0,'0'0'7'0,"0"-19"28"0,9 9-17 0,1 10-7 0,-1 10-4 0,2 9 0 0,9 10 0 0,-1 1 0 0,1-9-4 0,10 9-3 0,-10 0 2 0,-10-20 1 0,-10-10-2 0,10 0-2 0,-20-10-14 0,10-1-19 0,-20 2-13 0,10-1 18 0</inkml:trace>
  <inkml:trace contextRef="#ctx0" brushRef="#br0">23376 9763 12 0,'0'0'2'0,"0"-10"16"0,10-10-8 0,-10 10 2 0,10 10-1 0,-10 0 4 0,-10 10-1 0,-10 20-12 0,-10 10 1 0,0-2 2 0,11-7-3 0,9-1 1 0,-10 0 0 0,1-11-3 0,8-9 2 0,11-10 0 0,-10 0-2 0,20 0-68 0,1-10 26 0</inkml:trace>
  <inkml:trace contextRef="#ctx0" brushRef="#br0">23753 9594 12 0,'0'0'17'0,"-10"-10"20"0,0-1-18 0,10 11-10 0,0 0-1 0,-20 11 0 0,0-1-3 0,1 9-3 0,9 22-2 0,-10 8 1 0,10-19 0 0,10 10 1 0,0-2 0 0,0 3 0 0,20-21-1 0,0 0 0 0,-1-1 1 0,11 2-1 0,-10-2 0 0,10-19 0 0,0 0 0 0,9 0 0 0,-8 0 3 0,-3-11-3 0,-7-7 1 0,-11-2-1 0,-1-10 2 0,1-1-2 0,-1 1 1 0,-9 1-2 0,0 0 1 0,0-1-1 0,0 0 1 0,-9 11 0 0,9-21 1 0,-19 0-2 0,9 19 1 0,-11 3-7 0,12-2 7 0,-10 20 0 0,-2 0 0 0,1 0-3 0,-9 0 4 0,9 9-4 0,-10 2 7 0,0-2-5 0,10 11 0 0,10-20-1 0,1 0 2 0,-21 10-4 0,0 0-30 0,10 10-71 0</inkml:trace>
  <inkml:trace contextRef="#ctx0" brushRef="#br0">21679 10894 3 0,'0'0'5'0,"-20"-11"14"0,11 2-6 0,9 9-3 0,-10 0 4 0,0 0 1 0,-10-10-1 0,10 10-5 0,0 0-4 0,20 0-3 0,20 0-1 0,19-10 2 0,11-1 2 0,-1 2 0 0,-9 9-2 0,-10-9-2 0,-19 9 1 0,-3-11-3 0,-8 11 1 0,0 0 1 0,-10 0-17 0,0 11-94 0</inkml:trace>
  <inkml:trace contextRef="#ctx0" brushRef="#br0">21729 10963 11 0,'-20'10'17'0,"0"-10"6"0,0 9-10 0,10-9 0 0,10 0-3 0,0 0-4 0,50-9-2 0,0 9 0 0,19-20 4 0,1 11-3 0,-41 9-2 0,-19-10 0 0,-10 10-1 0,0 10-27 0,0-10-57 0</inkml:trace>
  <inkml:trace contextRef="#ctx0" brushRef="#br0">20419 10775 39 0,'0'-20'18'0,"0"0"-1"0,-10 29 4 0,10 12-12 0,-10 19-4 0,0 19-2 0,10 1-1 0,-9-11-1 0,-1-29 2 0,10-10-2 0,0-1 1 0,0-9 0 0,10-39 1 0,9-10-2 0,11 8-1 0,-10 32 0 0,10 18 0 0,0 32-1 0,-1 8 0 0,21 1 1 0,1-30-1 0,-3-30 5 0,-18-41 3 0,-21-27-1 0,-37-1-4 0,17 38-1 0,1 22-20 0,10 19-49 0,0 10 20 0</inkml:trace>
  <inkml:trace contextRef="#ctx0" brushRef="#br0">21015 10924 38 0,'0'-11'27'0,"0"2"-6"0,0 29-1 0,0 49-8 0,0 1-2 0,0-11-4 0,0-19 0 0,0-10-2 0,-10-20-2 0,10-10 0 0,-10 0-13 0,10-30-61 0,0 20 35 0</inkml:trace>
  <inkml:trace contextRef="#ctx0" brushRef="#br0">22294 10765 37 0,'-9'0'42'0,"-1"0"2"0,0 0-15 0,10-10-18 0,10 10-8 0,29 0 0 0,31-11 1 0,19 2 1 0,-10-1-1 0,-49 10-1 0,-20 0-1 0,-10 0-21 0,11 10-54 0,-11-1-9 0</inkml:trace>
  <inkml:trace contextRef="#ctx0" brushRef="#br0">22929 10507 76 0,'0'-20'38'0,"10"9"-4"0,-10 51-22 0,-19 50-1 0,-1-11-3 0,10-9 0 0,10-11-4 0,0 1-2 0,0-21 2 0,0-18-5 0,0-11 4 0,-20-41-15 0,10-8-156 0</inkml:trace>
  <inkml:trace contextRef="#ctx0" brushRef="#br0">11480 12343 23 0,'0'-10'8'0,"0"-20"32"0,10 9-12 0,-1 2-9 0,1-1-4 0,0 10-3 0,0 0-2 0,-10 30-1 0,-10 30-8 0,0 29-1 0,0-9 0 0,10-21 0 0,0-39 1 0,10 0 2 0,10-41-1 0,0-17 0 0,10-12-2 0,0 31 1 0,-1 8 0 0,-19 12-1 0,0 18-2 0,0 31 2 0,0 19-1 0,10-18 0 0,1-23 1 0,-2-18 2 0,10 0-1 0,1-29 1 0,0-10-3 0,-20-1 4 0,0-10 2 0,0-9 1 0,-10 19-3 0,0 31-2 0,0 9-1 0,-10 38-36 0,0 3-89 0</inkml:trace>
  <inkml:trace contextRef="#ctx0" brushRef="#br0">12065 12472 115 0,'-10'0'6'0,"0"-10"20"0,10 39-22 0,0 21 0 0,0-1-3 0,50-9 5 0,-20-51-2 0,9-37 4 0,-29-3 3 0,-30 3-6 0,-19 27-2 0,-21 12-10 0,40 29-148 0</inkml:trace>
  <inkml:trace contextRef="#ctx0" brushRef="#br0">12660 12392 81 0,'-20'-11'38'0,"20"2"-1"0,20 9-31 0,40 0-5 0,-1 0-36 0,-29 0-72 0</inkml:trace>
  <inkml:trace contextRef="#ctx0" brushRef="#br0">12660 12511 72 0,'-10'0'17'0,"10"9"23"0,60-9-28 0,9-9-7 0,1-1-2 0,-30 0-4 0,-31 10-117 0</inkml:trace>
  <inkml:trace contextRef="#ctx0" brushRef="#br0">13494 12412 30 0,'0'0'0'0,"-20"0"57"0,10-10-23 0,-10 10-10 0,10 0-9 0,10 0-8 0,10 0 3 0,40 10-7 0,9-10-2 0,12 0 2 0,-33-10-4 0,-28 10 3 0,1 0-1 0,-2 0-34 0,1 0-96 0</inkml:trace>
  <inkml:trace contextRef="#ctx0" brushRef="#br0">14030 12214 64 0,'9'-31'23'0,"1"1"22"0,-10 21-26 0,0 39-10 0,-19 39-1 0,-1 39-3 0,10-17 0 0,10-32 0 0,0-19-1 0,-10-20 0 0,10-10-1 0,0-20-5 0,0-1-77 0,0 11-9 0</inkml:trace>
  <inkml:trace contextRef="#ctx0" brushRef="#br0">14764 12421 61 0,'0'0'0'0,"-40"-9"39"0,10-1-3 0,30 0-18 0,-10 10-7 0,20-11-6 0,40 2-1 0,29 9-1 0,-8-10-1 0,-12 10-1 0,10-11-2 0,-59 22-33 0,-10-1-46 0,0-1 21 0</inkml:trace>
  <inkml:trace contextRef="#ctx0" brushRef="#br0">14922 12214 56 0,'0'0'25'0,"-9"-10"27"0,-1 39-31 0,1 51-10 0,9 19-3 0,0-31-1 0,0-37-2 0,0-11-1 0,0-31-2 0,9-8-35 0,1 19-114 0</inkml:trace>
  <inkml:trace contextRef="#ctx0" brushRef="#br0">15567 12194 71 0,'0'0'4'0,"10"-30"37"0,1 10-9 0,-11 20-21 0,0 30-7 0,-11 48 5 0,-9 13-4 0,1-22 1 0,10-39-2 0,9-21 2 0,9-9-4 0,1-9-4 0,-10-1-96 0</inkml:trace>
  <inkml:trace contextRef="#ctx0" brushRef="#br0">16281 11876 28 0,'0'-20'16'0,"21"-9"27"0,-2 9-16 0,-9-1-12 0,-10 2-2 0,0 9-2 0,0 10-3 0,-39 0-5 0,-21 40-1 0,-19 59 0 0,-20 59-1 0,69 31-2 0,50-30 2 0,49-30-2 0,-9-50 1 0,-31-49 1 0,-19-30 3 0,-10 0 2 0,0-21-4 0,10 12-12 0,30-11-98 0,-21 11 62 0</inkml:trace>
  <inkml:trace contextRef="#ctx0" brushRef="#br0">16490 12104 19 0,'0'0'3'0,"0"-9"22"0,0-2-7 0,0 11 1 0,0-9 3 0,0-1 0 0,0 10-9 0,0-11-1 0,0 2-5 0,0 9 0 0,0-10-1 0,0 10-2 0,-10 0-1 0,10 30-3 0,-10 29 0 0,0 40 1 0,10 0 1 0,-10-40 2 0,10-19-1 0,0-19 0 0,0-21-1 0,0 0 1 0,0 0 2 0,10-30-9 0,10 10-23 0,10 9-114 0</inkml:trace>
  <inkml:trace contextRef="#ctx0" brushRef="#br0">16907 12243 14 0,'0'0'16'0,"-10"0"7"0,1 0 5 0,9 0-7 0,-11 0-6 0,11 0 1 0,-10 0-1 0,0 9-1 0,0-9-6 0,-8-9-2 0,7 9-1 0,1 0-2 0,-10 0 1 0,10 0 0 0,0 0-3 0,10 0 0 0,31 9 0 0,58-9 0 0,-2 11-1 0,4-11 0 0,-42 0 1 0,-29 0 0 0,-30 0 0 0,10 10-22 0,30-1-62 0,-10-9 12 0</inkml:trace>
  <inkml:trace contextRef="#ctx0" brushRef="#br0">17582 12194 96 0,'0'-11'15'0,"9"-19"26"0,-9 21-19 0,0 9-18 0,-19 20-1 0,9 20-1 0,10-1-1 0,20 21 1 0,-11-20-1 0,21-11 0 0,-10-20 1 0,10 2 1 0,0-41-2 0,-11 11 1 0,1-21-1 0,-10 0 2 0,-10-9-1 0,0 9 1 0,-30 0-1 0,1 10-1 0,-21 21-2 0,0 18-11 0,31 31-77 0,19-20 0 0</inkml:trace>
  <inkml:trace contextRef="#ctx0" brushRef="#br0">17998 11856 104 0,'0'0'0'0,"10"-49"41"0,0 69-24 0,10 89-13 0,11 68-5 0,-22 32 1 0,-49-69 1 0,-10-61 7 0,11-49 3 0,19-20-4 0,0-10-8 0,20 0-26 0,10 0-118 0</inkml:trace>
  <inkml:trace contextRef="#ctx0" brushRef="#br0">18395 12183 43 0,'0'-9'14'0,"-20"-1"29"0,10 10-14 0,-9-11-9 0,19 11-6 0,-10 0-5 0,20 0-3 0,39 0-4 0,21 0 0 0,-1 0-1 0,-19 0 0 0,-30 0 1 0,-1 0-1 0,-9 0 0 0,0 0-4 0,-10 0-34 0,0 11-99 0</inkml:trace>
  <inkml:trace contextRef="#ctx0" brushRef="#br0">18336 12293 54 0,'0'0'0'0,"-40"0"44"0,20 0-9 0,10 0-19 0,10 0-9 0,40 0-3 0,19 0 1 0,31 0-2 0,-11 0-1 0,-19 0 1 0,-31 0 1 0,-9 0 1 0,-10 0-2 0,0 0-1 0,-10 0-2 0,0 0-4 0,0 0-60 0,0 10-21 0</inkml:trace>
  <inkml:trace contextRef="#ctx0" brushRef="#br0">19139 12104 68 0,'0'0'6'0,"0"-29"40"0,0 19-20 0,-10-1-11 0,0 22-7 0,-9 8-2 0,-11 10 0 0,10 11-2 0,0 11-1 0,10-3-2 0,10-7 1 0,20-1 0 0,0-22 0 0,20 3 0 0,9-12-1 0,-9 2 0 0,-10-22 1 0,9 2-3 0,1-12 2 0,-10-8-1 0,-10 0 0 0,-10-1 1 0,1-10 1 0,-11 11 0 0,0-12-1 0,0 22 0 0,0-11 0 0,-21 1 0 0,1 8 0 0,0 2 0 0,0 9-1 0,0-1 0 0,-9 11 2 0,-1 11-2 0,-20-1 0 0,20 9 2 0,1-8-6 0,-11 28-165 0</inkml:trace>
  <inkml:trace contextRef="#ctx0" brushRef="#br0">18961 12769 101 0,'-20'-21'22'0,"-20"21"10"0,40-9-15 0,99 9-13 0,80 9-3 0,0 2-2 0,-31 18 2 0,-78-8 6 0,-60-12 0 0,-81-9-1 0,-67-9-5 0,-60-1 2 0,49-1-3 0,100 11 1 0,39 0 0 0,69 0 1 0,50 0-3 0,20 11 1 0,-39-1-1 0,-61-1 3 0,-39-9-2 0,-79-9 1 0,-70 9-1 0,11-21-1 0,78 21 1 0,70 11 1 0,89 8 0 0,70-8-1 0,-10 9-2 0,-50-11 1 0,-69-9 3 0,-39 0-2 0,-91 0 1 0,-69-29-1 0,10 18 1 0,100 11-3 0,79 0 4 0,79 11-3 0,60-1 2 0,-30-10-4 0,-70 0 4 0,-79 0-2 0,-79-10 2 0,-60-10 0 0,20-10-1 0,120 20-2 0,68 10 2 0,41 10-1 0,-11-1 2 0,-29-9-1 0,-50-9 1 0,0-1-1 0,-20 0 0 0,20-1-21 0,-20 22-112 0</inkml:trace>
  <inkml:trace contextRef="#ctx0" brushRef="#br0">17879 5069 106 0,'-69'-29'26'0,"39"29"-21"0,80-11 5 0,69 2-1 0,39-21 1 0,-20 30-7 0,-77 9-3 0,-71 12 2 0,-89-12 0 0,-29-9-1 0,-22 11 1 0,-9-11 1 0,60 10-1 0,79-10 0 0,70 0 1 0,79 0-3 0,49-21-1 0,-29 21 2 0,-51-9-1 0,-87-1 2 0,-31-1 0 0,-79 11-2 0,-20 11 0 0,-20-1 1 0,50 10 0 0,79-10 0 0,50 0-1 0,79-20-1 0,20 0 2 0,-40 10-2 0,-79 0 1 0,-80 0 1 0,-69 10-1 0,-30-10 2 0,40 10 1 0,70-10-3 0,59 0 0 0,59 0-2 0,60-10 2 0,-10 10-1 0,-58 0 3 0,-52 0-5 0,-39 0 5 0,-40 0-2 0,-9 10 0 0,-10-1 2 0,29 2-1 0,40-1-1 0,40-10 0 0,50-10 0 0,29-1-2 0,0 2 1 0,-39 9 0 0,-50 0 1 0,-10-10 2 0,-10 10-1 0,1-10-1 0,9 10-1 0,0 0 0 0,9 0 2 0,-9 0-1 0,0 0 0 0,0 0-1 0,0 10 3 0,0-10-3 0,0-10 1 0,0 10 0 0,0 10 1 0,-9-10-2 0,9 0 1 0,0 0 1 0,0 0-5 0,-21 10-45 0,1 10-56 0</inkml:trace>
  <inkml:trace contextRef="#ctx0" brushRef="#br0">21392 12839 8 0,'-10'-10'9'0,"10"-1"-3"0,0 2 9 0,0-1-8 0,0-1 5 0,0 2 3 0,0-1 1 0,0-11 1 0,0 12-1 0,10 0-5 0,-10-2-5 0,0 22-4 0,0 7 1 0,0 22-1 0,0 21-1 0,-10-12-1 0,10-19 1 0,0-10-1 0,10-20 2 0,-1-20 0 0,21-21-1 0,0 3-1 0,-10 28 0 0,0 10 0 0,-10 29-1 0,19 20 0 0,1-18 1 0,20-22-1 0,-1-28 3 0,-9-41 3 0,-40 0-1 0,-10 21-2 0,0 19-27 0,10 20-62 0,10 10 51 0</inkml:trace>
  <inkml:trace contextRef="#ctx0" brushRef="#br0">21868 12957 48 0,'-10'0'23'0,"-10"21"3"0,20-2-15 0,20-9-2 0,10-20 2 0,-9-19 4 0,-21-11-6 0,-21 20-6 0,-9 20-34 0,20 20-82 0</inkml:trace>
  <inkml:trace contextRef="#ctx0" brushRef="#br0">22185 12799 64 0,'-10'-20'34'0,"20"20"-18"0,20 0-14 0,10 0-29 0,-10 9-57 0</inkml:trace>
  <inkml:trace contextRef="#ctx0" brushRef="#br0">22185 12928 52 0,'-20'0'31'0,"20"-11"-2"0,10 2-22 0,30-1-6 0,10-1-13 0,9-8-62 0,-49 19 47 0</inkml:trace>
  <inkml:trace contextRef="#ctx0" brushRef="#br0">22642 12748 66 0,'0'0'8'0,"0"-9"35"0,-20 18-29 0,-10 31-10 0,20 1-3 0,31-2 0 0,28-29-2 0,-11-10 6 0,13-39-1 0,-21-12 4 0,-30 11 5 0,-40 22-10 0,-29 18-9 0,29 9-84 0,40-9 38 0</inkml:trace>
  <inkml:trace contextRef="#ctx0" brushRef="#br0">21401 13305 21 0,'0'0'0'0,"0"-21"32"0,0 2-6 0,0-1-6 0,0 11-4 0,10 9-5 0,-10 0-7 0,0 39-1 0,0 1-1 0,-10-1-2 0,10-19 1 0,0-11-1 0,10-9 1 0,-1 0 0 0,22-18 0 0,-1-12 0 0,-10 30-1 0,0 0 0 0,-11 30 0 0,21-21-1 0,10-9 1 0,0-39 2 0,-21-1 3 0,-19 10-2 0,-19 19-27 0,-1 32-88 0</inkml:trace>
  <inkml:trace contextRef="#ctx0" brushRef="#br0">21739 13374 54 0,'0'30'33'0,"0"30"-3"0,0-11-27 0,0-19-19 0,-10-21-83 0</inkml:trace>
  <inkml:trace contextRef="#ctx0" brushRef="#br0">22007 13383 73 0,'0'0'0'0,"10"-9"10"0,39 0-6 0,1-2-60 0,-50 11 31 0</inkml:trace>
  <inkml:trace contextRef="#ctx0" brushRef="#br0">21996 13453 27 0,'-9'11'22'0,"18"-11"-1"0,61-30-46 0,-40 19-15 0</inkml:trace>
  <inkml:trace contextRef="#ctx0" brushRef="#br0">22493 13374 31 0,'-10'0'15'0,"-10"0"22"0,10 0-10 0,20 0-4 0,20-9-19 0,21 9-3 0,-13-11-12 0,2 11-71 0,-31-9 49 0</inkml:trace>
  <inkml:trace contextRef="#ctx0" brushRef="#br0">22791 13254 82 0,'0'0'14'0,"-30"41"14"0,-10 38-17 0,20-19-10 0,20-30-28 0,0 9-73 0</inkml:trace>
  <inkml:trace contextRef="#ctx0" brushRef="#br0">21005 12462 91 0,'-10'-50'9'0,"0"40"6"0,10 139 9 0,0 149-17 0,0 59-5 0,0-30-9 0,-30-118 3 0,10-119 0 0,10-91-51 0,10-28-14 0</inkml:trace>
  <inkml:trace contextRef="#ctx0" brushRef="#br0">20757 12263 100 0,'-10'-11'1'0,"-20"-18"6"0,30 20 9 0,79 18-7 0,110 1-8 0,118-10-6 0,100 0 0 0,50 0 0 0,-21 10 1 0,-128-10 14 0,-130 0-3 0,-98-10 0 0,-59 0 2 0,-13 10-5 0,-8 29-6 0,10 121 2 0,-28 148-4 0,-43 79 2 0,71-71-7 0,20-106 10 0,9-71 0 0,-9-51 12 0,-19-57-21 0,-2-51-104 0,-9 20 85 0</inkml:trace>
  <inkml:trace contextRef="#ctx0" brushRef="#br0">21054 13781 62 0,'-10'0'5'0,"-39"-20"22"0,19 1-1 0,10 19-12 0,20 0-8 0,40-10-3 0,89-1 0 0,118-19-4 0,121 1 0 0,78 39-4 0,-18 30-1 0,-52-2 2 0,-128-17 8 0,-178-11 12 0,-80-30-4 0,-70-9-31 0,-9 9-110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5824 4603 64 0,'-10'0'3'0,"-20"-9"-7"0,11 18 2 0,19-18 2 0,0 9-1 0,0 0 1 0,10 0 0 0,39-10 0 0,50 0 1 0,41-1 0 0,38 11 0 0,30-19 4 0,20 8-3 0,-9 2 1 0,-31 9 4 0,-19-10 2 0,-50 10-3 0,-30-10-2 0,-9-10-2 0,-70 20-3 0,-10 30-1 0,-20 10-57 0</inkml:trace>
  <inkml:trace contextRef="#ctx0" brushRef="#br0">14030 3105 45 0,'-10'0'12'0,"10"-11"6"0,0 11-1 0,0 0-4 0,0 0 11 0,0 0-18 0,-10 0-1 0,0 0-2 0,0 0-2 0,0 0 0 0,0 11 2 0,0-1 0 0,-10-1-1 0,10 12 0 0,0-2 0 0,10 2 0 0,-10-12 0 0,10 11-1 0,-9 10 1 0,18 0-2 0,1-11 1 0,10 2-1 0,-10-11 2 0,10 9-1 0,0-19 1 0,10 0-1 0,9 0 0 0,1-10 0 0,-10-9 0 0,-10 9 0 0,-1-20 0 0,-19 0 0 0,0-9 0 0,0 9 0 0,0 10-2 0,-9 0 2 0,-1 0-1 0,-10 10 1 0,-20-1-1 0,10 2 0 0,1 9 0 0,-1 9-1 0,-10 21-9 0,-19 1-25 0,29-1-37 0,20-30 36 0</inkml:trace>
  <inkml:trace contextRef="#ctx0" brushRef="#br0">14536 3362 50 0,'0'0'0'0,"0"-19"43"0,19 29-22 0,-19 20 0 0,-10 19-5 0,-19-9-4 0,-1-21-4 0,-10 2-5 0,20-2-2 0,10 2 0 0,1-12 0 0,9-9-25 0,0 0-98 0</inkml:trace>
  <inkml:trace contextRef="#ctx0" brushRef="#br0">14913 3274 89 0,'-30'-11'13'0,"20"11"10"0,31-9-10 0,7 9-3 0,22 0-3 0,-20 0 2 0,-10-10-3 0,0 0-5 0,-1 10-2 0,1 0-30 0,10 10-75 0</inkml:trace>
  <inkml:trace contextRef="#ctx0" brushRef="#br0">15369 3105 61 0,'-10'-20'27'0,"10"20"-1"0,-10 0-8 0,0 39 0 0,-10 22-10 0,20-2-4 0,0-19-2 0,0 0 3 0,10-21 0 0,-10 0-2 0,0-19 1 0,0 11-7 0,-10 8-127 0</inkml:trace>
  <inkml:trace contextRef="#ctx0" brushRef="#br0">13434 2986 69 0,'-10'-10'5'0,"10"0"-3"0,-10 30-2 0,10 10-1 0,-19 30 3 0,-31 28 4 0,-10 22 4 0,31-1 5 0,39-31-1 0,39-27-3 0,11-41-3 0,-11-1-7 0,-9 12-100 0</inkml:trace>
  <inkml:trace contextRef="#ctx0" brushRef="#br0">15618 2907 73 0,'9'-30'2'0,"31"9"-1"0,-2 12-1 0,3 49 0 0,-11 59 3 0,-10 30 20 0,-20-10-2 0,-40-39-8 0,-20-32-2 0,-9-37-6 0,9 8-8 0,50 12-94 0</inkml:trace>
  <inkml:trace contextRef="#ctx0" brushRef="#br0">16450 5675 34 0,'0'0'14'0,"-9"0"18"0,-31 10-11 0,0 0-3 0,19-10-3 0,12 9-4 0,18-18-3 0,12 9-1 0,19-10 0 0,29 10-3 0,21-10-2 0,19 10 0 0,0 0-1 0,-20 0 1 0,-19 0 0 0,-32 0-1 0,-7 0 3 0,-21-11-2 0,0 2-1 0,-10 9-49 0,0 9-13 0,0 2 11 0</inkml:trace>
  <inkml:trace contextRef="#ctx0" brushRef="#br0">16351 5763 62 0,'-20'0'6'0,"-39"0"13"0,29 0 9 0,10 0-13 0,10 0-4 0,20 0 12 0,30-9-16 0,38 9-2 0,23-9-2 0,18-2-3 0,-10 11 1 0,-20 0 0 0,-29 0 2 0,-11-9 0 0,-19 9-1 0,-11 0 0 0,-19 9 0 0,0-9-6 0,0 11-134 0</inkml:trace>
  <inkml:trace contextRef="#ctx0" brushRef="#br0">11480 5864 65 0,'0'-10'1'0,"-20"-20"4"0,10 0 11 0,20 10 11 0,-10 20-11 0,10 40-4 0,-10 69 1 0,-10 69-8 0,0 1-3 0,20-40 1 0,0-40 0 0,-10-50 0 0,0-28 0 0,10-42-37 0,9-18-68 0</inkml:trace>
  <inkml:trace contextRef="#ctx0" brushRef="#br0">11370 5715 81 0,'-19'-51'20'0,"19"42"-19"0,29-21 15 0,41 21-8 0,49-11-2 0,31 10-1 0,17 0 0 0,22 10-2 0,-1 0-2 0,1 10-4 0,9 9 6 0,-39 1-1 0,-20-11-2 0,-11 12-2 0,-39-1 4 0,-48-10-1 0,-21-10 8 0,0 10-3 0,9-1-4 0,11 2-3 0,-20 19 2 0,0 28-1 0,-10 41 0 0,0 51 0 0,0 9 1 0,9-10-1 0,1-41 3 0,-10-39 0 0,0-28 0 0,-10-12-2 0,0-29-38 0,0 0-57 0</inkml:trace>
  <inkml:trace contextRef="#ctx0" brushRef="#br0">11490 6567 65 0,'-10'-9'20'0,"0"18"-4"0,30-9 9 0,-1 21-14 0,11-11-2 0,10 10-4 0,9-2 1 0,11 3-4 0,19-12 2 0,30-9-1 0,30 0-1 0,10-9-1 0,10 9 0 0,10-10 0 0,-11 10 0 0,11 0 0 0,-10 0-3 0,-30 10 3 0,-40-10-1 0,-39 0 1 0,-1 0 1 0,-19 0 0 0,-10 9 1 0,-10-9-1 0,-10-9 0 0,-20-1-78 0,20 10 13 0</inkml:trace>
  <inkml:trace contextRef="#ctx0" brushRef="#br0">22374 4217 28 0,'0'-10'6'0,"-10"-10"16"0,10 10 0 0,0-10 5 0,0 10-12 0,0 10-11 0,10 0-2 0,0 40 1 0,20-10-1 0,29-1-2 0,1 11 1 0,-21-10 0 0,-19-11 2 0,-20-8 7 0,0-11-4 0,0 18-4 0,-20 3-2 0,0 19 2 0,-39-1 0 0,9 1-1 0,-9 19-1 0,19-9-10 0,20 20-51 0,10-40-12 0</inkml:trace>
  <inkml:trace contextRef="#ctx0" brushRef="#br0">22671 4574 46 0,'0'0'9'0,"-9"-11"17"0,-1 32-5 0,-20 27-1 0,-10 3-11 0,10-11-8 0,1-11-1 0,-1 1-24 0,30-11-78 0</inkml:trace>
  <inkml:trace contextRef="#ctx0" brushRef="#br0">22860 4493 56 0,'0'-18'14'0,"10"7"-10"0,-10 40 18 0,-10 22-3 0,10 8-13 0,10-19-3 0,30-10-2 0,9-30 2 0,1-30 2 0,-20-29 2 0,-20-1 5 0,-40 0-3 0,-30 21-8 0,21 19 1 0,19 20-4 0,-10 20-24 0,0 48-61 0,30-57 51 0</inkml:trace>
  <inkml:trace contextRef="#ctx0" brushRef="#br0">23624 4434 62 0,'0'0'20'0,"-10"-9"-1"0,30-1-8 0,10 0-7 0,29 10-2 0,1 0 1 0,-21-11 2 0,1 11-2 0,-10-9 0 0,-10-1 0 0,0-1 4 0,-20 2 0 0,-20-20-3 0,0 9 0 0,1 9 0 0,8 11-4 0,11 0 0 0,30 31 0 0,10 18 0 0,-12-9 1 0,-28-10 2 0,-38-11-2 0,8-8-40 0,20-2-60 0</inkml:trace>
  <inkml:trace contextRef="#ctx0" brushRef="#br0">24338 4246 57 0,'0'0'7'0,"0"-10"47"0,10-9-28 0,-10 27-13 0,0 43-2 0,-10 28-2 0,-9-9-3 0,19-20-2 0,-10-21-3 0,10-9-38 0,0-20-92 0</inkml:trace>
  <inkml:trace contextRef="#ctx0" brushRef="#br0">22929 5198 65 0,'0'0'0'0,"10"-19"7"0,-20 19 18 0,-29 30-1 0,-31 28-11 0,-19-7-7 0,20-3-7 0,10-18 4 0,38-9-2 0,21 9 0 0,10 18 0 0,29 3 0 0,1-11 2 0,0-10 1 0,-20-12-7 0,0 12-48 0,-10-19-26 0</inkml:trace>
  <inkml:trace contextRef="#ctx0" brushRef="#br0">22989 5466 64 0,'0'-9'22'0,"-10"9"-8"0,0 20 7 0,0 38-11 0,10-17-7 0,30-21 2 0,30-20 3 0,-11-40 5 0,-29-21-2 0,-40 13-4 0,-29 28-7 0,-21 10-29 0,50 20-90 0</inkml:trace>
  <inkml:trace contextRef="#ctx0" brushRef="#br0">23555 5447 81 0,'0'0'3'0,"-10"0"22"0,29-20-2 0,21 10-10 0,40 10-10 0,19 0-2 0,-9 0 1 0,-22 0 4 0,-28-10 4 0,-30-10-5 0,-10-9-3 0,-10-11-1 0,-20 30-1 0,11 10-2 0,38 29 2 0,1 11 0 0,-40 0-2 0,-30-21-1 0,11 11-48 0,19-19-43 0</inkml:trace>
  <inkml:trace contextRef="#ctx0" brushRef="#br0">24418 5318 24 0,'0'0'35'0,"10"-10"15"0,-10-1-15 0,-10-8-21 0,0 19-7 0,-10 10-1 0,0 20-5 0,10 0 1 0,10 9-3 0,0 1 0 0,30-20-1 0,20-10 3 0,9-20-5 0,-9-20 7 0,-21-21-1 0,-29-7 6 0,-19 8 2 0,-30 11-2 0,-10 29-7 0,-12 20-48 0,31 19-73 0</inkml:trace>
  <inkml:trace contextRef="#ctx0" brushRef="#br0">12978 6499 77 0,'-40'-20'13'0,"10"9"12"0,1 2 10 0,19 9-17 0,30 0-13 0,49 0 0 0,40-10-2 0,10 10-2 0,-59 10 2 0,-50-10 3 0,-50 0-3 0,-39 9 0 0,-10-9-3 0,-51 11 2 0,81-1 0 0,49-10 1 0,50-10-3 0,59-1 0 0,20 2 0 0,-30 18 0 0,-59-9 1 0,-30 11-1 0,-79-11 1 0,-50 0-1 0,-10 0 2 0,59 0-1 0,60 0-1 0,60 0 1 0,69 0-3 0,49 10 1 0,-38-10 2 0,-80 10 0 0,-40-20-1 0,-20 10-13 0,-20 10-134 0</inkml:trace>
  <inkml:trace contextRef="#ctx0" brushRef="#br0">11103 4475 44 0,'-30'-20'35'0,"0"10"-17"0,-20 20 1 0,1-10 2 0,19 9-4 0,40-18-5 0,89-1-10 0,49-1 2 0,-8 11-1 0,-61 0 0 0,-79 0 3 0,-39 0-2 0,-41 0-4 0,-20-9 3 0,-8 9-3 0,48 0 2 0,41 9-4 0,48 2 2 0,42-11 1 0,16 0 1 0,13 0-2 0,-40 0 1 0,-60 0-3 0,-40 0 3 0,-59 10-1 0,-40-10 1 0,20 9 1 0,79-9-2 0,60 0 0 0,89-9-4 0,39 29-161 0</inkml:trace>
  <inkml:trace contextRef="#ctx0" brushRef="#br0">10319 7033 44 0,'-20'-29'25'0,"20"-20"1"0,10-2-5 0,0 42-8 0,-10 39-2 0,-10 109 1 0,-10 50-4 0,20-21-4 0,20-29-3 0,-10-60 3 0,0-39-2 0,0-40-16 0,9-49-101 0,-9 28 85 0</inkml:trace>
  <inkml:trace contextRef="#ctx0" brushRef="#br0">10269 6886 82 0,'0'-11'2'0,"-30"2"7"0,40 9-5 0,30 0 10 0,49 0-3 0,60-10-4 0,50 0-4 0,19 10-2 0,30-11-1 0,10 11 4 0,0-9-1 0,0 9 0 0,-10-10-2 0,-10 10 1 0,-30-11 1 0,-19 11-2 0,-21 0 1 0,21-9-2 0,49 9 1 0,-20 0 0 0,-39 9 0 0,-70-18 0 0,-49 9 2 0,-11-10 2 0,11 10-4 0,9-10 0 0,-9 10 0 0,-11 0-1 0,-28 0 1 0,9 10 1 0,19 9-1 0,-11 22-2 0,13-1 1 0,-21 19 0 0,-30 11 1 0,0 39 0 0,10 9 0 0,0 22-2 0,-1-31 2 0,-9-20 0 0,0-39 1 0,0-30 1 0,-9-11-14 0,-21-29-128 0</inkml:trace>
  <inkml:trace contextRef="#ctx0" brushRef="#br0">10378 7828 43 0,'-29'0'32'0,"19"-10"-2"0,10 10-3 0,29 0-11 0,21 0-7 0,19 0-6 0,1-11 2 0,69 2 0 0,20-1-2 0,59-9-4 0,20 9 3 0,0 10-1 0,-20 0-3 0,-9 0 4 0,19 0-2 0,0 10 1 0,-10-1 0 0,-9-9-1 0,-20 0 1 0,-11 0-1 0,-19 10 0 0,29-10 1 0,1 0-1 0,-21 0 1 0,-29 0 1 0,-40 10-2 0,-29-10 0 0,-11-10 2 0,1 0-3 0,-10 1 2 0,-11 9-1 0,1-10-1 0,10-20 2 0,-31-20 1 0,-9-9-1 0,-79 39-48 0,49 10-27 0</inkml:trace>
  <inkml:trace contextRef="#ctx0" brushRef="#br0">19278 7936 30 0,'0'-9'12'0,"0"-20"32"0,0 19-20 0,-10-1-8 0,10 11-7 0,-10 0-3 0,20 0 14 0,10 0-17 0,10 11-1 0,21-11 0 0,36-11-1 0,33 11 0 0,29-9 0 0,9-1 0 0,1 10-1 0,0-10 0 0,20-1 0 0,9 11 0 0,-49-9-1 0,-70 9 1 0,130-10 0 0,-1 10-1 0,-10-11-2 0,1 11 2 0,10 0 1 0,-21 0 0 0,-29 0 1 0,-30 0-1 0,-20 0 1 0,1 0-1 0,-11 11-1 0,-10-1 1 0,1-1 0 0,-1 2 2 0,-9-1-1 0,-11-10 2 0,1 10 0 0,-11-10 2 0,-9 0-3 0,-10 0 1 0,-30-10 1 0,-30-11-3 0,-30 2-68 0,50 19-1 0</inkml:trace>
  <inkml:trace contextRef="#ctx0" brushRef="#br0">5804 9514 54 0,'0'0'5'0,"-20"-19"22"0,20 19-4 0,0-10-2 0,0-1 1 0,0 2-17 0,20-1-2 0,40-1-3 0,9 11 4 0,30-9-6 0,30 0 6 0,10-2-1 0,0 11 1 0,10-9-2 0,-20 9 0 0,-10 0-2 0,0 0 3 0,0 0-2 0,0 0 2 0,-10 0-1 0,-29 0 0 0,-1-10-4 0,11 0 3 0,-21 10 0 0,-9 0 1 0,-11 0 0 0,-19 0-3 0,0 0 2 0,9-11 0 0,1 11-2 0,-10 0 2 0,-19 0 0 0,-2 0-1 0,1 0 2 0,-1 0-2 0,-9 0 1 0,0 0 0 0,10 0-1 0,0-9 0 0,-10 18-127 0</inkml:trace>
  <inkml:trace contextRef="#ctx0" brushRef="#br0">9168 12997 44 0,'0'0'0'0,"-40"-40"33"0,30 0 2 0,10 21-14 0,10 8-12 0,0 32-4 0,10 28-3 0,1 21-2 0,-2 0 4 0,10-21-2 0,1-10 1 0,30-48 5 0,79-70-1 0,79-40-6 0,-30 19 3 0,-49 31-2 0,-40 29-1 0,-39 30 0 0,-10-1-1 0,-11 2-1 0,-9 0 0 0,-20-2-1 0,-10 11 2 0,10-9-16 0,-10-1-86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7928 8780 56 0,'-10'-40'41'0,"1"10"-6"0,18 11-5 0,10-2-14 0,1 21-11 0,0 21-3 0,10 28 3 0,-10 20-3 0,0-8 0 0,9-22 1 0,-9-19-1 0,20-29 5 0,49-72-4 0,50-18-2 0,60 0 2 0,-21 29 0 0,-49 22-1 0,-79 18 1 0,-50 40-29 0,10-1-92 0</inkml:trace>
  <inkml:trace contextRef="#ctx0" brushRef="#br0">3155 9683 73 0,'-10'-9'5'0,"10"-11"7"0,0 20-3 0,10 0 1 0,20 0 1 0,29 10-4 0,21-10 0 0,29-21-3 0,20 12 2 0,0-1 1 0,30-10-2 0,19 10-3 0,11 10-3 0,29-21 1 0,-10 12-1 0,1 0 2 0,9 9 2 0,10-11-1 0,10 2 2 0,-9 9-2 0,-11-10 0 0,10-1 2 0,0 2-3 0,10 9 2 0,-9 0-3 0,-21 0 1 0,0-10 0 0,-9 0 0 0,-21 10-3 0,1 0 5 0,-30 0-3 0,-20 10 0 0,-30 0-1 0,-39-10 7 0,-41 0 3 0,-19 0 1 0,10-20-7 0,0 0-4 0,0 10-7 0,10-1-162 0</inkml:trace>
  <inkml:trace contextRef="#ctx0" brushRef="#br0">6608 9803 49 0,'0'-10'5'0,"10"-71"18"0,0 3 4 0,-10 28-18 0,0 39-10 0,0 72-5 0,-20 116 11 0,-10 73 16 0,30-33-5 0,30-49-3 0,-10-47-6 0,-20-73-2 0,-10-27 2 0,0-71-39 0,10 39 19 0,0-57-78 0</inkml:trace>
  <inkml:trace contextRef="#ctx0" brushRef="#br0">6628 9594 81 0,'0'0'0'0,"-80"0"5"0,31 10 12 0,29-1 7 0,10 2-13 0,20-11 3 0,40 10-6 0,19-10-3 0,70-21-2 0,79-8 1 0,50 18-1 0,20-7-1 0,29 7 0 0,41 2-2 0,19-1-1 0,29-1 0 0,-9 2 1 0,-20 9-3 0,-49 0 3 0,-11 9-1 0,-19-9 1 0,9 0-2 0,-49-9 0 0,-39-11 3 0,-61 0-1 0,-39-1 3 0,-29 12-1 0,-60 9 0 0,-21 0 0 0,-18 0 0 0,-1 9-2 0,-10 42 1 0,10 58-2 0,0 69 0 0,-10 50 1 0,-10-30 1 0,30-48-1 0,11-32 2 0,-2-48 2 0,-9-59-8 0,-20-11-112 0,0 0 72 0</inkml:trace>
  <inkml:trace contextRef="#ctx0" brushRef="#br0">6568 10636 69 0,'-29'0'24'0,"9"-10"5"0,20 10-15 0,20 19-1 0,19 2-6 0,31-11-3 0,49 10 1 0,89-20-1 0,80-11 0 0,79 2-2 0,60-11 0 0,49 9-3 0,0 11 0 0,0-9 1 0,-9 18 0 0,-31 12-2 0,-69-2 2 0,-59 1-2 0,-70-11 4 0,-59-9-1 0,-70-18 9 0,-70-12 0 0,-9 9-6 0,-10-9-10 0,21-10-50 0,-3 11-47 0</inkml:trace>
  <inkml:trace contextRef="#ctx0" brushRef="#br0">13236 10179 47 0,'-20'0'8'0,"-31"0"-3"0,23 0 13 0,28 0-4 0,9-9-2 0,51-1-6 0,39-1-2 0,30 11-2 0,0 0-2 0,10 0 1 0,-20-19 1 0,-20 9-2 0,-19-1 1 0,-50-8 0 0,-21 19-2 0,-9-11-16 0,0-7-31 0,-9 18-5 0</inkml:trace>
  <inkml:trace contextRef="#ctx0" brushRef="#br0">13762 9922 54 0,'-10'0'8'0,"-10"-20"2"0,10 20 9 0,-1-10-5 0,11 10-9 0,0 10-1 0,21 10 0 0,28 9-1 0,1-9-2 0,20 10 0 0,-11 0 0 0,1-11 0 0,-21-8-1 0,1-2 1 0,-20 0 2 0,-20-9 2 0,-10 11-1 0,-20 29-3 0,-19 20 1 0,-11-11 0 0,20 1 1 0,20-21-1 0,1-9-1 0,-1 0 0 0,0-1-1 0,0-8-40 0,10-11-62 0</inkml:trace>
  <inkml:trace contextRef="#ctx0" brushRef="#br0">15042 9841 21 0,'0'0'11'0,"0"-19"12"0,0 8-2 0,0 3-3 0,0-2 1 0,9-1-4 0,-9 2-5 0,0 9-4 0,0 0-3 0,0 9-1 0,-9 61 2 0,9-11 0 0,-10 21-3 0,10-21 1 0,0-19-2 0,0-10 1 0,10-20 1 0,-10-10 1 0,9-21-2 0,1-9 0 0,-1 1 0 0,12 10-2 0,-1 9 1 0,-10-1 1 0,0 2-2 0,-10 9 1 0,0 0 1 0,10 0-2 0,20 40 2 0,-11-20-3 0,11-2 3 0,-20-7-1 0,20-22 1 0,-10-18-1 0,9 10 0 0,-9-11 1 0,-10 0-1 0,-10-19 1 0,0-32 1 0,-20 22 0 0,10 50-2 0,10 9-13 0,10 20-76 0,-10-10 42 0</inkml:trace>
  <inkml:trace contextRef="#ctx0" brushRef="#br0">15597 10041 109 0,'0'0'0'0,"-30"20"15"0,11 19-2 0,9 1-5 0,29-10-4 0,31-30 0 0,0-30 3 0,-30-10 4 0,-30 10-5 0,-50 21-6 0,20-2-34 0,30 2-73 0</inkml:trace>
  <inkml:trace contextRef="#ctx0" brushRef="#br0">15984 9892 79 0,'-10'-40'37'0,"0"10"-18"0,10 19-8 0,0 22-6 0,-20 39-2 0,20 0-3 0,10-1 1 0,10-19 0 0,0-21 0 0,-20-18 1 0,0-1 1 0,-10-20-4 0,-10 20 0 0,0-1-11 0,11 3-12 0,-1-13 17 0,-10-9 10 0,10-10 10 0,0 10-1 0,10 22-3 0,10-13-6 0,10 12 0 0,-10 9-1 0,9 9 1 0,21 90-1 0,-30-48-2 0,-20-3-1 0,-30 3 3 0,1-21-1 0,29-21-1 0,0 0 3 0,20-27-3 0,20-12 1 0,19 0-2 0,11-10 3 0,9 11-2 0,-19-1 1 0,-30 0-2 0,-20 10 1 0,-20 0 0 0,-10 40 0 0,0 20 0 0,-9 8-1 0,19 3 1 0,20-11 0 0,10-10-1 0,19-21-11 0,21 0-4 0,10-18 11 0,-11-11 5 0,-19 11 7 0,-30 9 1 0,0 29-4 0,-9 21-3 0,37-30 0 0,22-11 2 0,0-38-1 0,-30-12 4 0,-40 12-4 0,-49 29-17 0,29 0-112 0</inkml:trace>
  <inkml:trace contextRef="#ctx0" brushRef="#br0">16907 10021 71 0,'-10'0'14'0,"-10"-20"16"0,40 10-12 0,30-1-2 0,49-8-8 0,20 19-6 0,-30 0-6 0,-49 0-61 0,-40-10-1 0</inkml:trace>
  <inkml:trace contextRef="#ctx0" brushRef="#br0">17095 9811 121 0,'0'0'10'0,"-19"81"2"0,19-2-2 0,0-9-9 0,29-2-38 0,-19-37-48 0</inkml:trace>
  <inkml:trace contextRef="#ctx0" brushRef="#br0">17591 9881 47 0,'0'-19'18'0,"19"-11"5"0,2 9-2 0,-11 3-8 0,-10 18 0 0,-10 18-4 0,-11 33-5 0,12-11-3 0,9 9 2 0,0-29-3 0,9-11 2 0,12-28 0 0,19-20 0 0,0 28-3 0,-21 40 0 0,1 11 1 0,30-19 0 0,9-42 1 0,-19-48 1 0,-10-1 1 0,-40 22-6 0,0 37-68 0,10 11 6 0</inkml:trace>
  <inkml:trace contextRef="#ctx0" brushRef="#br0">17998 9932 133 0,'0'8'5'0,"0"102"6"0,10-11-8 0,-10-29-4 0,0-30-64 0,0-40 11 0</inkml:trace>
  <inkml:trace contextRef="#ctx0" brushRef="#br0">18245 9832 115 0,'-19'-50'15'0,"49"21"-14"0,20 9 2 0,9 29 4 0,11 42-2 0,-50 8-3 0,-40-19 1 0,-40-10-1 0,31-20-1 0,29-20-3 0,39-31-5 0,31 1 2 0,-1-8 5 0,-29 18 3 0,-30 0 9 0,-30 30-6 0,-20 30-4 0,20 10-1 0,10 19-1 0,20 11-17 0,20-11-51 0,-20-49 12 0</inkml:trace>
  <inkml:trace contextRef="#ctx0" brushRef="#br0">18723 9940 106 0,'0'0'15'0,"-10"40"14"0,0 30-22 0,0-20-6 0,10-10-119 0</inkml:trace>
  <inkml:trace contextRef="#ctx0" brushRef="#br0">15210 10973 55 0,'0'0'0'0,"-39"0"44"0,19 0-13 0,40-10-25 0,39 0-1 0,20 10-3 0,-9-9-1 0,-40-1-31 0,-20 10-64 0</inkml:trace>
  <inkml:trace contextRef="#ctx0" brushRef="#br0">15141 11081 71 0,'0'0'6'0,"-20"0"21"0,60 0-5 0,49 0-16 0,10-18-2 0,-29 7-2 0,-70 11-1 0,0 0-130 0</inkml:trace>
  <inkml:trace contextRef="#ctx0" brushRef="#br0">16034 10944 29 0,'20'-20'22'0,"-10"0"28"0,-20 10-27 0,0 10-8 0,-10 10-6 0,0 30-5 0,0 28 0 0,20-7-2 0,10-2-1 0,20-10 0 0,19-9 1 0,1-30 0 0,0-31 0 0,-11-27 1 0,-9-3-1 0,-19-8 0 0,-22-11 1 0,-19 12 1 0,-29 17-1 0,-1 22-2 0,11 29-1 0,9 29 0 0,10 21-41 0,30-10-69 0</inkml:trace>
  <inkml:trace contextRef="#ctx0" brushRef="#br0">16679 11012 34 0,'0'0'9'0,"-10"-9"16"0,0 9-14 0,-10 0 4 0,10 9-1 0,0-9-1 0,10 0-1 0,-10 11-5 0,0-11-3 0,10 0-1 0,10 0 1 0,20 0-1 0,30 0 0 0,-1 0-2 0,1 0 1 0,-1 0-1 0,-29-11 3 0,-21 11-2 0,2 0 0 0,9-9-1 0,-20 9-1 0,9 0 0 0,-9 0 0 0,0 9 1 0,0-9-5 0,19-9-41 0,-19 9-44 0</inkml:trace>
  <inkml:trace contextRef="#ctx0" brushRef="#br0">17185 10864 20 0,'0'0'0'0,"0"0"14"0,0-10-3 0,0-1 1 0,0 2 16 0,0-11-6 0,0 1-6 0,20 8-3 0,9-8-5 0,11 19-3 0,-20 19-1 0,0 31-1 0,-20-1-1 0,-20 2 0 0,-10-22 1 0,0-10-2 0,10 2 0 0,11-21 1 0,9-10-1 0,9-20-1 0,11 20-1 0,20-19 0 0,0-1 1 0,9 0 1 0,-9-9-1 0,-20 19 1 0,-9-1-1 0,-11 2 1 0,-11 19-1 0,-19 0 1 0,-10 49-1 0,21 20-1 0,9-18 1 0,10-41 0 0,19 39 0 0,1-30 1 0,-10-28 1 0,20-1-4 0,1-10-66 0,-31 20-8 0</inkml:trace>
  <inkml:trace contextRef="#ctx0" brushRef="#br0">17621 11003 79 0,'0'-10'26'0,"10"-10"9"0,-10 20-18 0,-10 60-10 0,-1 9-1 0,11 1-3 0,0-11 1 0,0-29 0 0,0-30 1 0,0 0 0 0,0-20-14 0,11 20-135 0</inkml:trace>
  <inkml:trace contextRef="#ctx0" brushRef="#br0">16441 10784 41 0,'0'0'0'0,"0"-40"46"0,-10 40-17 0,0 120-4 0,-10 79-15 0,20 29-8 0,0-70-2 0,10-68 0 0,0-70-4 0,0-61-54 0,0 1-8 0</inkml:trace>
  <inkml:trace contextRef="#ctx0" brushRef="#br0">16381 10586 83 0,'0'0'1'0,"-41"-40"18"0,22 21 4 0,29 8-18 0,109 11-4 0,90 0 0 0,59-9 0 0,19 9 0 0,-29 9-1 0,-69-9 0 0,-50 0 0 0,-40-9 3 0,-39 9 8 0,-41 9-6 0,1 50-3 0,-10 51 0 0,-10 88-2 0,0 41-1 0,0-21 2 0,10-69 1 0,10-59-1 0,0-52 3 0,10-38-17 0,9-38-117 0</inkml:trace>
  <inkml:trace contextRef="#ctx0" brushRef="#br0">16262 11678 79 0,'0'0'0'0,"-50"-10"29"0,30 0 2 0,40 10-22 0,60 10-3 0,138-20-3 0,101-1-1 0,17 22-2 0,-48-1 2 0,-80 0-2 0,-99-10 2 0,-79-10 9 0,0 0-5 0,-11-1-5 0,-9 22 0 0,0-1-2 0,0 0 2 0,0-10-3 0,0 0-18 0,0-20-105 0</inkml:trace>
  <inkml:trace contextRef="#ctx0" brushRef="#br0">19477 11073 96 0,'-21'-30'43'0,"-7"20"-8"0,17 0-19 0,41-1-13 0,79 11-1 0,30 0-1 0,-40 11 0 0,-49-11-1 0,-20 0-23 0,19 0-108 0</inkml:trace>
  <inkml:trace contextRef="#ctx0" brushRef="#br0">20350 10784 56 0,'0'0'47'0,"-20"-40"-22"0,30 10 3 0,30 12-16 0,9 27-9 0,1 41-2 0,-20 9 1 0,-30 1 1 0,-50-30 1 0,-20-10-2 0,51-10 0 0,29-31-1 0,49-18-1 0,20-10-1 0,11-1 0 0,-11 0 1 0,-29 10 1 0,-40 21 2 0,-20 9-1 0,-40 50 0 0,-19 29-3 0,19 20 3 0,40-19-3 0,40-12 1 0,29 12-35 0,20-41-97 0</inkml:trace>
  <inkml:trace contextRef="#ctx0" brushRef="#br0">20955 10973 56 0,'0'0'0'0,"0"-10"87"0,-20 50-62 0,0 38-9 0,10 13-11 0,10-22-2 0,10-30-22 0,-20-18-118 0</inkml:trace>
  <inkml:trace contextRef="#ctx0" brushRef="#br0">19784 11598 117 0,'-99'-19'25'0,"-60"9"1"0,100 10-5 0,88 0-17 0,140 0-2 0,178 0-4 0,50 10 2 0,-80 9 0 0,-128 0-2 0,-119-28 4 0,-50-30 3 0,-10 9-40 0,-10 30-73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3364 2034 14 0,'-30'0'8'0,"10"0"6"0,0-20 8 0,20 20-3 0,30 0-9 0,49-10-5 0,80-10 0 0,49 10-3 0,21 0 0 0,-1 10 2 0,-20 0-3 0,-49 10 0 0,-50 9-1 0,-50-8 1 0,-49-11 4 0,-48 0 1 0,-53-11-4 0,-38 11 1 0,-39 0-3 0,-20-9 0 0,-31 9 0 0,1 0-1 0,39 0 0 0,20 9-1 0,50-9 2 0,50-9 1 0,49 9-1 0,30 0 3 0,69 0 0 0,61-20-2 0,37 0 1 0,41 11 2 0,1-2-2 0,-31 11 1 0,-39 0-2 0,-70 0-1 0,-59 11 0 0,-30-11 3 0,-10 0 0 0,-20 0 1 0,-29-11-3 0,19 2 1 0,30 29-104 0</inkml:trace>
  <inkml:trace contextRef="#ctx0" brushRef="#br0">8612 793 48 0,'-20'-29'7'0,"0"-1"1"0,1 10-5 0,38-11 4 0,12 2 3 0,8 20-6 0,11-1-1 0,9 20 1 0,1 19-1 0,-21 11 1 0,-9-1-2 0,-70 81 13 0,-19-61-11 0,-1 0 4 0,21 0 3 0,-1 11-6 0,20-1-1 0,20-28-2 0,0-1 3 0,9-21-5 0,12 21-37 0,9-20-58 0</inkml:trace>
  <inkml:trace contextRef="#ctx0" brushRef="#br0">8741 1607 74 0,'0'0'0'0,"-49"-10"8"0,29 20-8 0,20-10 9 0,-10 10 8 0,-10 10-9 0,9-1-5 0,11 2 3 0,21-2-1 0,9-9-1 0,-11-10-2 0,1-10 1 0,-10-19-1 0,-20-1 7 0,-19-10 3 0,-1 29-9 0,10 11-7 0,0 40-119 0</inkml:trace>
  <inkml:trace contextRef="#ctx0" brushRef="#br0">4415 6747 66 0,'-10'10'5'0,"0"-2"4"0,30-8 0 0,30 0-5 0,19 0-11 0,-19-8-46 0</inkml:trace>
  <inkml:trace contextRef="#ctx0" brushRef="#br0">5497 6706 80 0,'0'0'6'0,"10"0"-1"0,29-9-1 0,21-1-3 0,-1 0-1 0,-9 10-64 0</inkml:trace>
  <inkml:trace contextRef="#ctx0" brushRef="#br0">4485 7411 79 0,'0'0'4'0,"0"0"0"0,39-11 1 0,21 11-3 0,49-8-4 0,10 16-58 0</inkml:trace>
  <inkml:trace contextRef="#ctx0" brushRef="#br0">5655 7400 111 0,'-9'0'2'0,"-1"0"-1"0,59 11 2 0,31-1-6 0,-1-10-72 0</inkml:trace>
  <inkml:trace contextRef="#ctx0" brushRef="#br0">8374 6489 74 0,'0'-21'6'0,"10"12"-4"0,10-1 1 0,-20 10 1 0,10 19 9 0,0 12-6 0,19-2-1 0,1 1-2 0,10-30 2 0,19-10 0 0,-10-20 2 0,-8 1-3 0,8-11-2 0,-19 29-2 0,0 2-2 0,-30 18-23 0,-10 32-74 0</inkml:trace>
  <inkml:trace contextRef="#ctx0" brushRef="#br0">8354 7153 67 0,'0'0'3'0,"0"-10"-1"0,10 10 15 0,-10 10-5 0,10 0-4 0,0 10-2 0,0-10-4 0,0 10 1 0,0-10 0 0,10-10 1 0,19-21-2 0,21 2-1 0,10-1 1 0,-21 10 0 0,-19-9 2 0,-20 19 0 0,-10 0-3 0,0 0-1 0,0 0-5 0,9 0-42 0,-9 0-11 0</inkml:trace>
  <inkml:trace contextRef="#ctx0" brushRef="#br0">8453 5774 107 0,'-19'10'6'0,"19"9"7"0,0-8 8 0,-10 8-4 0,10-8-6 0,-10 9 4 0,-10-20-4 0,0 0-4 0,0 0-5 0,20 0 0 0,0 0-51 0,40 0-90 0</inkml:trace>
  <inkml:trace contextRef="#ctx0" brushRef="#br0">8523 7976 83 0,'-10'-19'30'0,"0"29"-25"0,10-10 19 0,0 0-1 0,0 9-5 0,0-9-4 0,0 11-6 0,0-1-2 0,0-10 1 0,0 0 4 0,0 0-10 0,0 0-21 0,0 0-135 0</inkml:trace>
  <inkml:trace contextRef="#ctx0" brushRef="#br0">11162 6628 47 0,'-30'0'8'0,"1"0"7"0,19 0 4 0,1-10 2 0,9 10-9 0,0 0-11 0,0 10 3 0,38-10 2 0,32-10 1 0,59-1-1 0,49 2-3 0,61-1-3 0,9 10 3 0,-10 10 0 0,-21-10 3 0,-18 9 0 0,-10-9-2 0,-29 0-2 0,-22 0 1 0,-49-9 2 0,-59-1 9 0,-10-20-2 0,-20 9-8 0,9 12-3 0,1-1-1 0,10 0-13 0,-10 20-77 0,0-10 12 0</inkml:trace>
  <inkml:trace contextRef="#ctx0" brushRef="#br0">12948 6438 62 0,'-10'-9'26'0,"-10"-11"-4"0,10 9 8 0,10 2-12 0,20 9-10 0,20 20-3 0,19 0-1 0,-10 10 2 0,2-10 0 0,8 0-2 0,1 9-1 0,-1-9 0 0,-19-1 0 0,0-8 1 0,-21-1 1 0,-9-10-1 0,-10 0 0 0,0 10-2 0,-29 10-3 0,-31 28 2 0,1 13-2 0,-11-2 2 0,20 1 1 0,11-20-1 0,-1-11-1 0,21-10 5 0,19-19-3 0,0 0 1 0,0-19-46 0,0 19-118 0</inkml:trace>
  <inkml:trace contextRef="#ctx0" brushRef="#br0">13037 9039 37 0,'-10'0'10'0,"10"0"-2"0,-10 0 7 0,-9 0 0 0,10 9-2 0,-2-9-2 0,11 0-4 0,0 10 3 0,0-10 0 0,11 0-4 0,17 0-2 0,22-10-2 0,20 10 1 0,-1 0 1 0,-19 0-2 0,9 0 0 0,11 0-1 0,-1 0-1 0,1 10 1 0,9-10 0 0,10 0 2 0,-19 0 2 0,-32 0 0 0,-27 0-2 0,-11 0-5 0,10 0-44 0,10-10-64 0</inkml:trace>
  <inkml:trace contextRef="#ctx0" brushRef="#br0">14704 7927 4 0,'0'0'5'0,"0"0"15"0,-10 0-7 0,0 0-6 0,10 0-5 0,0 0 2 0,-19 0 4 0,-1 0 1 0,-10 0-2 0,10 0-4 0,10 9 0 0,-10 2 2 0,-9-11 1 0,-1 10 0 0,10 9-1 0,-10 2-3 0,20-1 0 0,-10 19 2 0,10-9-3 0,10 20 2 0,0-12-2 0,10-8-1 0,-1 1 2 0,32-1-1 0,-11-1 0 0,0-20 1 0,19 2 0 0,11-22 0 0,-11-7-1 0,11-12 0 0,-30 0 0 0,-11 9-1 0,-19-9 2 0,0 1 0 0,-19-11-1 0,-1 1 0 0,-20 8 0 0,0 2-1 0,-9 20 1 0,9-1-1 0,0 10 0 0,1 19 0 0,-1 21 0 0,20 0 0 0,10 10 0 0,10-1-1 0,30 1-5 0,30-41-52 0,-11-18-11 0</inkml:trace>
  <inkml:trace contextRef="#ctx0" brushRef="#br0">18117 4524 25 0,'0'0'10'0,"50"-40"20"0,-40 31-10 0,-10-2-2 0,-10-8-3 0,-20 8-3 0,-19 2 4 0,9 9-9 0,-10 20-3 0,11 19-1 0,9 31 2 0,0 8-3 0,30-8 2 0,30 0-3 0,19-30 3 0,21-21-3 0,9-19 2 0,11-39-3 0,-21-11 3 0,-39 1-4 0,-10-1 4 0,-30-9-1 0,-40 8-2 0,0 32 1 0,-9 9 2 0,-1 10-4 0,1 20 2 0,9 19-2 0,11 11 0 0,19 10 3 0,20-2 0 0,30-7-1 0,19-21-1 0,32-11 3 0,6-38-4 0,-17-32 2 0,-40 3 0 0,-10-12 2 0,-30-19-3 0,-10 9 3 0,-20 30-5 0,-29 1 4 0,1 29-2 0,-13 20 0 0,12 29 0 0,9 21-1 0,40 19 3 0,10 1-3 0,50-2 2 0,30-27 0 0,19-32-2 0,-10-38 2 0,-9-41-1 0,-41-19 1 0,-20-20 1 0,-47 18 0 0,-22 52-1 0,1 20-1 0,-11 47-41 0,30-7-80 0</inkml:trace>
  <inkml:trace contextRef="#ctx0" brushRef="#br0">14486 4999 61 0,'-10'-18'32'0,"0"18"-15"0,-10-11 6 0,0 11-10 0,20 0-3 0,50-9-6 0,29 9-1 0,31 0-2 0,-31 9 3 0,-49 2-2 0,-40-11 3 0,-40 0-4 0,-29 0 2 0,-20 0-3 0,29-11 4 0,50 11 0 0,20 0-1 0,50 0-3 0,39 0 3 0,0 0-5 0,-29 11 4 0,-50-11-1 0,-30 0 0 0,-49 0 1 0,-1 0-1 0,21 0-1 0,39-11 2 0,29 11-3 0,41 40-135 0</inkml:trace>
  <inkml:trace contextRef="#ctx0" brushRef="#br0">17978 8453 72 0,'0'0'12'0,"-29"-11"7"0,29 2 4 0,10 9-6 0,59 0-4 0,30 0-1 0,0 0-4 0,-49 0-3 0,-50-10 2 0,-20 10-4 0,-39 0-1 0,-31 0 0 0,1 10 0 0,40-10-1 0,39 9 2 0,39-9-2 0,41 0 1 0,9 0-2 0,-9 0 1 0,-41 0 2 0,-39 0 0 0,-30 0-6 0,21 21-150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10825 11678 50 0,'0'0'0'0,"-10"0"5"0,-20-10 10 0,20 0 15 0,10-10-10 0,40 10-11 0,49 10-4 0,60 0-4 0,79-20 3 0,90-9-1 0,39-2-4 0,0 12 3 0,-79 19 0 0,-90 19-2 0,-49-8 1 0,-68-1-1 0,-52-10 1 0,-59 0 4 0,-69 0-4 0,-110 10-1 0,-58-1-1 0,-41 11 3 0,-8-11-4 0,-3 2 5 0,23-1-3 0,37-1 3 0,90 2-2 0,90-11 0 0,89-11 1 0,89-8 1 0,80-11-2 0,89 11-3 0,49-1 3 0,42 0-1 0,17 10-1 0,-19 10 2 0,-59 0-1 0,-50 10 1 0,-79-10-2 0,-80 0 5 0,-59 0 3 0,-20-10 1 0,-20-1-6 0,0 2-13 0,20-1-105 0</inkml:trace>
  <inkml:trace contextRef="#ctx0" brushRef="#br0">6687 13275 54 0,'-20'-10'15'0,"-8"-1"8"0,17 11 5 0,22 0-12 0,37-18-3 0,42-12-5 0,19 9-6 0,20 2 1 0,10-1-2 0,19 10-1 0,31 0-1 0,9-1-2 0,12 11 3 0,7 11-1 0,-9-1 2 0,-9 0 2 0,-1-10-1 0,1 9 1 0,-21 2 1 0,-29-1-1 0,-40-10 0 0,-39 0-1 0,-41 0 0 0,-19 0-2 0,-10 0-5 0,-79 0-158 0</inkml:trace>
  <inkml:trace contextRef="#ctx0" brushRef="#br0">6350 13275 139 0,'-10'-10'3'0,"-10"-10"-2"0,30 20-2 0,20 0 3 0,10 0 6 0,29 0-3 0,30-20-3 0,20 1 2 0,30-2-4 0,20 21 1 0,9 0-2 0,0 0 0 0,12 0-4 0,8 0 5 0,10 0-1 0,-9-9 2 0,-1 9 0 0,-8 0 1 0,-23 0 0 0,-18 0 1 0,-30 0 1 0,-19-10 1 0,-31-1-3 0,-29 2 4 0,-21 9-3 0,1-10 5 0,-9 10-5 0,-2-10 2 0,-9-1-5 0,0 11 3 0,0-8-14 0,-9-2-131 0</inkml:trace>
  <inkml:trace contextRef="#ctx0" brushRef="#br0">15925 12779 91 0,'-20'-20'21'0,"-10"9"18"0,0 11-23 0,40 0-7 0,60 0-5 0,29 0-4 0,30 0 2 0,-20 11-2 0,-31-11 2 0,-27 0-1 0,-11 0 1 0,-21-11-27 0,-19 11-61 0,0 0 36 0</inkml:trace>
  <inkml:trace contextRef="#ctx0" brushRef="#br0">16253 12590 94 0,'-21'-19'27'0,"11"-2"15"0,10 12-29 0,0 9-10 0,20 30-2 0,30 0 1 0,29-1-2 0,-19 11 0 0,-31 0 0 0,-9-11 0 0,-30 1 5 0,-89 40 6 0,59-41-10 0,1 1-1 0,19 0-70 0,10-20-29 0</inkml:trace>
  <inkml:trace contextRef="#ctx0" brushRef="#br0">16847 12689 48 0,'0'-29'34'0,"0"-1"4"0,20 10-16 0,-10 29-10 0,20 32-4 0,0 18-4 0,-20 1 0 0,-1-21-1 0,-18-18 1 0,-1-2-1 0,0-19 0 0,10-19-1 0,10-21 0 0,9 0-1 0,0 0 1 0,12 1-1 0,-1-1 0 0,10 30 0 0,-1-1-2 0,1 32 0 0,-30 28 0 0,0 1 2 0,-10-10-3 0,10-10 2 0,10-10-1 0,-1-20-42 0,-9 0-83 0</inkml:trace>
  <inkml:trace contextRef="#ctx0" brushRef="#br0">17403 12689 62 0,'20'-19'31'0,"-9"-2"17"0,-11 12-24 0,-21 39-16 0,11 19-6 0,10 11-1 0,20-21-1 0,21-8 2 0,7-22-1 0,-18-28 3 0,-21-21-2 0,2-20 0 0,-31 10 1 0,-10-9-1 0,0 30-3 0,1 29 2 0,-1 29-3 0,0 21-1 0,20 9 2 0,40-19 0 0,39-31-3 0,11-18 2 0,9-31 2 0,0 11 0 0,-29-1 2 0,-30 30 0 0,-20 20 1 0,-1 19-1 0,-9 1-2 0,0-10 0 0,-9-10 1 0,9-20 3 0,29-41-1 0,11 1 0 0,10 11-2 0,-11 40-2 0,-9 38 2 0,-20 1-1 0,10-21 1 0,0-9-37 0,9-20-104 0</inkml:trace>
  <inkml:trace contextRef="#ctx0" brushRef="#br0">18385 12788 141 0,'0'0'0'0,"-20"11"25"0,40-11-3 0,30 0-18 0,29-11-14 0,-19-8-126 0</inkml:trace>
  <inkml:trace contextRef="#ctx0" brushRef="#br0">18832 12938 110 0,'-20'0'12'0,"40"-10"4"0,28-40-2 0,13-40-9 0,-12-28-1 0,-19-32-1 0,-20 51-1 0,-20 50 0 0,0 28 4 0,0 13-3 0,10 37-2 0,-10 50 0 0,-9 20 0 0,19 0-1 0,0-9 1 0,19-30-1 0,11-41 2 0,0-8-1 0,10-31 0 0,-1-10-1 0,1-1 2 0,-20 2-3 0,10-10 1 0,-10 19 0 0,-11 0-1 0,1 20 2 0,-10 9-1 0,0 12 1 0,-10 9-2 0,10 9 1 0,10-19 1 0,20 0 1 0,30-11-1 0,-1-18-2 0,1-1 0 0,-12-11 3 0,-7 12-2 0,-21 9 1 0,0 20-1 0,-20 9 2 0,-20-8-1 0,10-21 4 0,10-40-4 0,59-10 1 0,-9 20-4 0,-10 51 2 0,-10 17-2 0,-1 13 3 0,-9-32-10 0,-10-19-54 0,-10-9-39 0</inkml:trace>
  <inkml:trace contextRef="#ctx0" brushRef="#br0">19625 12333 132 0,'-9'0'0'0,"-21"-11"5"0,69 22-12 0,1 7-90 0</inkml:trace>
  <inkml:trace contextRef="#ctx0" brushRef="#br0">19933 12769 133 0,'-10'0'6'0,"50"-21"13"0,29 3-15 0,1-23-2 0,-31 1-1 0,-39 1 5 0,-29 19 3 0,-11 31-5 0,0 18-2 0,1 21-1 0,19-11-1 0,40 1 0 0,50-11 0 0,17-18-9 0,14-11-24 0,-2-20-23 0,-40 10-26 0</inkml:trace>
  <inkml:trace contextRef="#ctx0" brushRef="#br0">20479 12759 20 0,'10'-11'21'0,"10"-7"8"0,9-12-5 0,-19 0-4 0,-10 0-2 0,-20 0-2 0,-9 21-3 0,-21 9-6 0,10 18-3 0,-9 12-2 0,19 10-1 0,20 1 0 0,10-12-1 0,10-9 1 0,10-11 0 0,19-18-1 0,1-22 0 0,10 2 1 0,-11 10-3 0,-29 8 5 0,0 11 0 0,-10 0-2 0,10 11-1 0,-10 8 0 0,20 1-1 0,10-11 2 0,11 2-3 0,7-22-2 0,2 2 3 0,-11 9-1 0,-9 9 2 0,0 2 0 0,-10 9 0 0,-10-11 0 0,0 2 2 0,-10-1-1 0,0-10 3 0,-10-10-3 0,10 10 0 0,0-20-1 0,0 0 2 0,10-20-2 0,0 31 2 0,9-12-2 0,-9 12 1 0,20-1-2 0,-10 20 3 0,-10-1-4 0,0 21 4 0,-10-1-2 0,0 2 1 0,0 8-1 0,-10-18 3 0,0-2 0 0,10-19 8 0,10-59-5 0,30-10-4 0,19-12-1 0,1 51-3 0,-11 12 0 0,-19-2-101 0,-30 20 34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18475 4999 37 0,'-40'0'15'0,"-10"0"13"0,-9 0 8 0,-11 21-18 0,21-12-4 0,9-9-1 0,31 0-2 0,9 0-5 0,28 0-1 0,42 0-1 0,29 0-1 0,40 0-3 0,20-9-1 0,9 9 3 0,41-21 0 0,0 12-4 0,-20 0 2 0,-11-2 1 0,0 11 0 0,11-9-1 0,-21 9 1 0,-9 0-1 0,10 0 2 0,1 0-3 0,-13 0 1 0,-18 9-1 0,-10 2 0 0,-30 7 1 0,-29-7-1 0,-21-1 2 0,2-10-2 0,-12 9 1 0,-19 2 5 0,-20-11-3 0,0-11 4 0,-20 11-23 0,0 0-108 0</inkml:trace>
  <inkml:trace contextRef="#ctx0" brushRef="#br0">5665 11410 37 0,'0'-20'37'0,"0"9"-17"0,-10 11-9 0,1 21 0 0,9-2-4 0,-10 2-3 0,20-12 2 0,-1-9 2 0,1 0 1 0,-10-9 4 0,0-1-4 0,-10-1-4 0,1 2-3 0,9-1 0 0,9 20-22 0,-9 10-90 0</inkml:trace>
  <inkml:trace contextRef="#ctx0" brushRef="#br0">5507 12343 72 0,'-20'-21'15'0,"0"32"6"0,-10 18-2 0,21-10-7 0,18 12-5 0,21-22-1 0,-10-18 2 0,-10-1 7 0,-20 10-3 0,-10 10-9 0,9-1-2 0,32-9-43 0,-1 0-45 0</inkml:trace>
  <inkml:trace contextRef="#ctx0" brushRef="#br0">6757 12550 49 0,'-10'-19'30'0,"0"-1"-4"0,-1 20-2 0,2 0-15 0,9 30 0 0,0-10-2 0,20-20 2 0,0-11 2 0,-10-8 2 0,-10 19-4 0,0 10-11 0,39-31-64 0,-29 12-23 0</inkml:trace>
  <inkml:trace contextRef="#ctx0" brushRef="#br0">6390 11827 77 0,'0'0'6'0,"-20"-11"5"0,10 11 12 0,0 29-5 0,0 11-7 0,10-10-5 0,10-19 2 0,10-31 1 0,-10-1 0 0,-10 21 5 0,-10 0-10 0,-10 0-3 0,20 11 1 0,-10-1-2 0,10-1 2 0,10-9-2 0,20-9-142 0</inkml:trace>
  <inkml:trace contextRef="#ctx0" brushRef="#br0">5943 12649 107 0,'-10'-9'8'0,"0"18"17"0,10 12-14 0,10-11-3 0,10-20 3 0,0-20 1 0,-20 9 6 0,-20 32-13 0,20-1-5 0,60-20-22 0,-1-30-114 0</inkml:trace>
  <inkml:trace contextRef="#ctx0" brushRef="#br0">5536 11827 54 0,'-10'-20'30'0,"-29"29"-3"0,19 2-8 0,9-1-9 0,11-20 2 0,31-1-5 0,-31 2 8 0,-10 18-9 0,0 12-6 0,10-21 4 0,30-10-1 0,-10 10-28 0,-30 39-111 0</inkml:trace>
  <inkml:trace contextRef="#ctx0" brushRef="#br0">6955 10507 69 0,'0'0'13'0,"-20"30"9"0,-9 48 9 0,-1 12-21 0,0-20-5 0,10-11-4 0,10-29-21 0,-10-20-71 0</inkml:trace>
  <inkml:trace contextRef="#ctx0" brushRef="#br0">6667 10685 81 0,'0'0'6'0,"-9"-19"29"0,28 19-13 0,51 39-11 0,29 11-8 0,10-10 2 0,-29 8-69 0,-70-37 6 0</inkml:trace>
  <inkml:trace contextRef="#ctx0" brushRef="#br0">7570 10784 113 0,'-10'21'2'0,"-39"68"16"0,9-1-9 0,20-7-4 0,20-33-42 0,0-37-52 0</inkml:trace>
  <inkml:trace contextRef="#ctx0" brushRef="#br0">7392 10805 112 0,'0'0'2'0,"49"29"12"0,31 61-9 0,49 9-2 0,-30-11-122 0</inkml:trace>
  <inkml:trace contextRef="#ctx0" brushRef="#br0">7670 11360 68 0,'0'0'0'0,"-40"70"55"0,-10 18-34 0,-19 11-14 0,19-29-4 0,30-30-47 0,20-40-35 0</inkml:trace>
  <inkml:trace contextRef="#ctx0" brushRef="#br0">7392 11489 55 0,'20'0'2'0,"39"29"18"0,30 32-18 0,31-2-1 0,-11-10-56 0,-99-49 32 0</inkml:trace>
  <inkml:trace contextRef="#ctx0" brushRef="#br0">8146 11280 82 0,'0'0'2'0,"-10"51"4"0,-10 28 3 0,10 0-6 0,0 11-16 0,0-71-54 0</inkml:trace>
  <inkml:trace contextRef="#ctx0" brushRef="#br0">7937 11331 58 0,'0'-11'17'0,"59"31"-2"0,41 30-8 0,19 0-6 0,-29-12-19 0,-61-27-51 0</inkml:trace>
  <inkml:trace contextRef="#ctx0" brushRef="#br0">8265 10805 48 0,'-40'9'27'0,"-9"90"-12"0,-1 0-10 0,20-19-8 0,20-40-72 0</inkml:trace>
  <inkml:trace contextRef="#ctx0" brushRef="#br0">8186 10795 68 0,'-10'10'18'0,"10"49"-8"0,39 21-10 0,31 19-49 0,-60-90 12 0</inkml:trace>
  <inkml:trace contextRef="#ctx0" brushRef="#br0">8721 11915 68 0,'0'0'0'0,"-29"40"15"0,-21 59 1 0,-39 11-11 0,-1-31-3 0,61-49-27 0,19-30-44 0</inkml:trace>
  <inkml:trace contextRef="#ctx0" brushRef="#br0">8463 11966 66 0,'30'0'3'0,"49"69"10"0,1 0-11 0,-11 10 0 0,-29-19-66 0,-40-51 44 0</inkml:trace>
  <inkml:trace contextRef="#ctx0" brushRef="#br0">8086 12095 78 0,'-20'9'2'0,"-137"230"11"0,66-140-11 0,62-79-20 0,19-31-50 0</inkml:trace>
  <inkml:trace contextRef="#ctx0" brushRef="#br0">7838 12174 60 0,'0'9'9'0,"71"60"8"0,47-28-12 0,90-1-28 0,-138-30-40 0</inkml:trace>
  <inkml:trace contextRef="#ctx0" brushRef="#br0">5784 10328 1 0,'-19'-10'2'0,"9"-19"9"0,0 9 17 0,0 10-2 0,-10 10-13 0,20-11-9 0,10 22 5 0,10 8-2 0,10 21-2 0,9 10-1 0,11 20-2 0,29 8-1 0,1 32 1 0,29-1-2 0,10 20 3 0,20 10-3 0,-10 9 2 0,10 21 1 0,19 29-2 0,11 0-2 0,10-29 4 0,-1 11 0 0,1 18-2 0,-11-10-1 0,-29-38 4 0,-10 8 4 0,-29-19-1 0,-31-40-4 0,-19-40 1 0,-31-29-2 0,-19-19-1 0,0-1-6 0,-39-2-57 0,29-8-16 0</inkml:trace>
  <inkml:trace contextRef="#ctx0" brushRef="#br0">4643 10666 28 0,'0'-10'1'0,"-9"10"-1"0,28 40 5 0,-19 39 8 0,10 29-3 0,0 32-5 0,0 58 1 0,-10 50-4 0,0 10 2 0,0 10 2 0,0 0 2 0,0-11-4 0,10-8-1 0,10-50-4 0,-10-81 3 0,-10-58 0 0,-10-80-56 0,10 20 21 0</inkml:trace>
  <inkml:trace contextRef="#ctx0" brushRef="#br0">4734 13236 27 0,'0'0'0'0,"-51"-11"21"0,31 31-13 0,20 10 1 0,30-10-5 0,59 9-2 0,50-18 0 0,89-11-1 0,51-11 2 0,48 2 1 0,50-1-1 0,20 10-4 0,19 10-4 0,0 10 1 0,-8-1-1 0,-31-8 4 0,-99 7 2 0,49-7 2 0,-109 9 0 0,-59-20-1 0,-49 0 0 0,-51-10 1 0,-20-11 0 0,-39-8 0 0,-49-10-1 0,-31 8 1 0,-9 12 3 0,40-10-2 0,29 9-1 0,50 10-2 0,29 29 0 0,20 31-1 0,-39 10 0 0,-40-21-1 0,-40 10-4 0,11-19-60 0,20-30 36 0</inkml:trace>
  <inkml:trace contextRef="#ctx0" brushRef="#br0">9624 13146 43 0,'0'-10'2'0,"-10"-19"22"0,10-1-8 0,20 20-9 0,30 20-1 0,19 49-2 0,-39 11-3 0,-40 8 2 0,-40-38 0 0,21-19 1 0,9-42 0 0,40-38-1 0,39-10-3 0,11-1 2 0,-11 21-1 0,-49 28 1 0,-29 21-4 0,-40 59 1 0,18 11 1 0,41-10 0 0,60-30 0 0,59-21 1 0,-20-39-1 0,-69 21 1 0,-40 0-37 0,-20 9-39 0</inkml:trace>
  <inkml:trace contextRef="#ctx0" brushRef="#br0">4653 10575 19 0,'0'0'12'0,"0"21"19"0,-19 39-8 0,-11-2-11 0,-10-7-3 0,10-2-4 0,20-29-2 0,10-11-1 0,0-9 3 0,0-38-3 0,10-23 0 0,20-7-2 0,0 7 0 0,10 32 0 0,-1 39 0 0,-29 50 1 0,10 28-1 0,0-7 0 0,29-23 0 0,11-37-42 0,-40-21-23 0</inkml:trace>
  <inkml:trace contextRef="#ctx0" brushRef="#br0">3939 10446 61 0,'0'0'0'0,"-10"-18"19"0,10 36-4 0,0 43-5 0,10 18-6 0,20-39-1 0,19-40 1 0,21-51-1 0,-40 3-1 0,-11-22-1 0,-19 30 0 0,-10-9 0 0,1 19-1 0,9 20-1 0,0 50 0 0,9 49 1 0,1 50 1 0,0-10-1 0,20-11 0 0,-21-17-1 0,-9-42 3 0,-19-29 0 0,-30-20 1 0,9-41 0 0,10-18-1 0,40-31-1 0,40-19 0 0,28 11-1 0,2 48-29 0,-50 29-51 0</inkml:trace>
  <inkml:trace contextRef="#ctx0" brushRef="#br0">1786 11746 21 0,'-10'-9'18'0,"-10"-1"10"0,0-19-6 0,0 18-4 0,11-8-10 0,9-2-4 0,9-9-2 0,31 11 0 0,0 9-1 0,0 10 0 0,-21 10 0 0,11 20 0 0,-10 10 0 0,-10 0 1 0,-10 19-2 0,0-10 1 0,-10 1 0 0,-20-10 0 0,10 9-1 0,-9-9 1 0,9 10-1 0,0-20 0 0,10-10 0 0,-10-2 2 0,10 3-2 0,0-11 1 0,0-10 1 0,0-10 0 0,20-11-1 0,10-8-2 0,20-1 3 0,0 11-1 0,-1 9-1 0,-9 10 0 0,0 10 0 0,0 0 0 0,9-1 0 0,1-9 0 0,-10 0 1 0,-10 0-8 0,9-9-114 0</inkml:trace>
  <inkml:trace contextRef="#ctx0" brushRef="#br0">2302 11647 34 0,'0'0'4'0,"0"-39"30"0,0 19-5 0,0 30-17 0,10 50-3 0,0 28-3 0,19 3-2 0,-19-32-3 0,0-29 3 0,-10-10-5 0,0-30-59 0,0 0-5 0</inkml:trace>
  <inkml:trace contextRef="#ctx0" brushRef="#br0">2242 11628 35 0,'0'0'0'0,"-10"-11"36"0,10 2-12 0,21-1-15 0,28 10-3 0,30 40-4 0,-19 30 2 0,-21 19 0 0,-19-10 2 0,-59-9 5 0,-21-21-6 0,30-39-3 0,30-20-75 0,10 10 24 0</inkml:trace>
  <inkml:trace contextRef="#ctx0" brushRef="#br0">2421 12432 21 0,'0'0'0'0,"0"0"32"0,-10 0-14 0,10 0-5 0,0 0-3 0,0 0-3 0,10 0 0 0,20 0-3 0,19-11-3 0,-9 11-1 0,0 0 1 0,9 11-1 0,-19-11 2 0,0-11-1 0,0 2 2 0,9-11-2 0,-29 9 2 0,0 2-3 0,0 9 1 0,0 0-1 0,-10-10-30 0,0 20-50 0</inkml:trace>
  <inkml:trace contextRef="#ctx0" brushRef="#br0">2649 12263 41 0,'-10'0'10'0,"0"0"16"0,0 0-13 0,10 10-6 0,20-10-1 0,10 20-2 0,0 0-3 0,0 0 0 0,9 9 1 0,-9 1 0 0,-20-1 1 0,-20 30 3 0,-10 2 0 0,-10-12-2 0,11-9-2 0,19-40 0 0,-20 10-10 0,0 10-103 0</inkml:trace>
  <inkml:trace contextRef="#ctx0" brushRef="#br0">3195 12223 38 0,'0'-29'25'0,"0"-1"11"0,0 49-20 0,10 50-9 0,-10 51-3 0,20-41 0 0,-10-29 0 0,-10-20 0 0,0-20 0 0,-10-1-1 0,-10-9-9 0,40 11-83 0,-20-22 53 0</inkml:trace>
  <inkml:trace contextRef="#ctx0" brushRef="#br0">3562 12243 17 0,'0'-20'19'0,"0"-9"10"0,-11 18-7 0,11 22-10 0,-9 38-1 0,9 30-3 0,9-9-4 0,2-20 1 0,-11-12-2 0,10-27 1 0,-10-11 0 0,0 0-1 0,-10-11-23 0,20-18-41 0,0 20 15 0</inkml:trace>
  <inkml:trace contextRef="#ctx0" brushRef="#br0">3523 12223 17 0,'0'0'0'0,"0"-19"38"0,-11 9-14 0,1-1-9 0,10 11-9 0,30-9-2 0,20 18-2 0,9 22 0 0,1 28 0 0,-30 19 2 0,-30 3 3 0,-40-22 2 0,0-30-4 0,20-8-2 0,1-21 0 0,19 0-2 0,0 0 0 0,0-10-24 0,0 10-78 0</inkml:trace>
  <inkml:trace contextRef="#ctx0" brushRef="#br0">4028 12134 20 0,'0'0'0'0,"0"-50"18"0,20 1 6 0,-10 9-2 0,0 20-7 0,-10 40-10 0,10 39 2 0,-10 31-2 0,0-11-1 0,10-9 0 0,10-20-3 0,9-21 4 0,-8-39-4 0,7-19 1 0,3-11-1 0,-1-1-1 0,-11 3 0 0,1-2-2 0,0 19 2 0,-10 12-1 0,0 18 2 0,-10 12 0 0,10 9 0 0,-10-1-2 0,20-10 2 0,-10-8-1 0,19-11 1 0,-19 0-1 0,10-20 0 0,0 10-1 0,-10-19 2 0,10 8-2 0,-10 12 2 0,-10-1-2 0,10 10 1 0,0 0-1 0,9-11 2 0,1 22-2 0,-10-1 2 0,10 20-1 0,-20-1 2 0,0 1-2 0,0-20 2 0,0-10 0 0,10-30 1 0,0-19-3 0,0 29-1 0,10 10 0 0,-10 20 1 0,19-1 0 0,-9 2 0 0,0 9 1 0,-10-1-2 0,-30 0-23 0,-10 2-57 0,20-12 53 0</inkml:trace>
  <inkml:trace contextRef="#ctx0" brushRef="#br0">4425 11915 26 0,'-10'-30'3'0,"0"21"-25"0</inkml:trace>
  <inkml:trace contextRef="#ctx0" brushRef="#br0">4753 12223 56 0,'0'0'6'0,"9"20"16"0,22-20-9 0,8-10-7 0,1-19-3 0,-21 8 0 0,-19-9 0 0,0 1 0 0,-9 9 1 0,-1 11-2 0,-20 18 0 0,0 21-2 0,11 19 2 0,8 11 0 0,22-10 0 0,17-21 0 0,33-18 1 0,-12-22-1 0,21-48-2 0,9 0-61 0,-69 49 11 0</inkml:trace>
  <inkml:trace contextRef="#ctx0" brushRef="#br0">13097 11063 12 0,'-10'0'15'0,"10"-11"-13"0,0 11 2 0,-20-19 38 0,10 9-19 0,10 10-5 0,-9-11-3 0,9 2-4 0,0 9-1 0,9-10-1 0,-9-1-1 0,10 2-5 0,10 9-2 0,10 0 0 0,9 0 1 0,1 20-1 0,-10 20 0 0,-10 8-1 0,-30-7 3 0,-30-1 1 0,0-10-3 0,11-20 2 0,19-10-2 0,10 0-2 0,29 39 1 0,11 0 0 0,-10 1-1 0,-30-20 2 0,-30 0 1 0,-19-20 2 0,19 0-3 0,20 0 0 0,10-11-28 0,20 22-110 0</inkml:trace>
  <inkml:trace contextRef="#ctx0" brushRef="#br0">13345 11142 87 0,'0'0'0'0,"10"-31"66"0,0 52-46 0,0 57-12 0,-10 3-4 0,-10-23-2 0,0-17-2 0,10-31-25 0,0-61-29 0,0-7-26 0</inkml:trace>
  <inkml:trace contextRef="#ctx0" brushRef="#br0">13375 11102 59 0,'-10'-39'45'0,"0"19"2"0,40 29-36 0,49 50-7 0,10 32-2 0,-49-22 1 0,-70-20 4 0,-59-29-5 0,49-11-63 0,40-18-23 0</inkml:trace>
  <inkml:trace contextRef="#ctx0" brushRef="#br0">13762 11271 130 0,'-10'-10'38'0,"-10"-1"-24"0,10 11-69 0,20 11-18 0</inkml:trace>
  <inkml:trace contextRef="#ctx0" brushRef="#br0">15855 10199 58 0,'0'0'0'0,"-10"-90"37"0,30 42-15 0,10 18-3 0,0 20-8 0,-20 89-3 0,-10 99-2 0,-20 90-2 0,-10 29-3 0,20-38-1 0,20-70 1 0,-10-61 0 0,0-58-3 0,20-60-42 0,0-20-50 0</inkml:trace>
  <inkml:trace contextRef="#ctx0" brushRef="#br0">15895 11449 48 0,'-10'0'9'0,"-20"-9"30"0,0 9-7 0,20 0-16 0,1 20-9 0,18-2-3 0,41-7-1 0,79-11-2 0,119 0 0 0,109 0 0 0,70 29 2 0,19 12-1 0,-19-12-2 0,-81 0 5 0,-146 1 1 0,-121-19-1 0,-59-11 1 0,-20-11-8 0,-40-8-71 0,1 19-17 0</inkml:trace>
  <inkml:trace contextRef="#ctx0" brushRef="#br0">15806 11579 18 0,'0'0'4'0,"0"-10"19"0,0-11-3 0,9 2-4 0,1-1-3 0,0 10-5 0,-10 10-5 0,10 10-2 0,20 40 0 0,10 59 1 0,19 68-2 0,11 43-1 0,-1-12 1 0,-18-30 3 0,-13-39-3 0,-8-40 2 0,0-40 0 0,-30-48 3 0,10-11 2 0,-10-40-3 0,-19 1-2 0,-32-1-1 0,13 1 0 0,-13 9 0 0,21 9 0 0,20-9-1 0,20 21 0 0,10-1-1 0,20 50-1 0,0 38 1 0,-1-17 1 0,1-31 2 0,0-40 3 0,-11-41-1 0,-9-8-9 0,10 10-112 0</inkml:trace>
  <inkml:trace contextRef="#ctx0" brushRef="#br0">15786 10130 37 0,'20'-30'11'0,"-1"9"18"0,-19 32-4 0,-49 78-11 0,-11 21-9 0,11-52 3 0,39-37-1 0,20-61-2 0,49-40-2 0,11 11-2 0,-11 39-3 0,-9 71 2 0,-1 17 0 0,21 3 0 0,29 7-60 0,-69-57 9 0</inkml:trace>
  <inkml:trace contextRef="#ctx0" brushRef="#br0">18455 11539 64 0,'-20'-40'22'0,"10"19"3"0,0 21-14 0,30 11-10 0,49 29-1 0,1 29 0 0,-40-9 5 0,-70-2 9 0,-159 23-3 0,140-22-20 0,49 21-117 0</inkml:trace>
  <inkml:trace contextRef="#ctx0" brushRef="#br0">16619 10685 59 0,'-10'-19'40'0,"-10"9"-45"0,20 10-15 0,10 0-44 0</inkml:trace>
  <inkml:trace contextRef="#ctx0" brushRef="#br0">17006 10368 61 0,'0'-10'12'0,"20"-10"-71"0</inkml:trace>
  <inkml:trace contextRef="#ctx0" brushRef="#br0">17949 9961 16 0,'0'0'7'0,"20"-21"6"0,-20 13 0 0,9-2-3 0,-9-1-1 0,0 2-3 0,0 9-3 0,-29 30 3 0,-21 18 0 0,-39 42 1 0,-30 30-3 0,0 18-4 0,-19 31 0 0,8-10 0 0,31-50 0 0,-11 30 0 0,11-31 0 0,30-18 0 0,-1-11 0 0,31-19 1 0,20-51 0 0,19-9-1 0,9 0-42 0,1-9-11 0</inkml:trace>
  <inkml:trace contextRef="#ctx0" brushRef="#br0">17949 9911 3 0,'-10'-9'21'0,"10"-1"-13"0,0-1 2 0,0 11 7 0,0-9-3 0,-10 9-8 0,10 0-4 0,0 9-1 0,20 2 0 0,29-1 0 0,41-10 0 0,67 9-1 0,43 12 1 0,48-2-2 0,-30 10 0 0,-59-8 1 0,-60-12-1 0,-49 2 1 0,-40-11 1 0,0 0-1 0,-1 0-8 0,-9 20-48 0</inkml:trace>
  <inkml:trace contextRef="#ctx0" brushRef="#br0">19278 9991 12 0,'0'0'12'0,"-20"19"6"0,-69 61 12 0,-80 108-7 0,-97 101-18 0,-23-2-5 0,80-78-2 0,90-80 2 0,40-60 2 0,49-50-3 0,20-19-29 0,10 0-19 0</inkml:trace>
  <inkml:trace contextRef="#ctx0" brushRef="#br0">16966 11271 21 0,'-10'0'4'0,"-39"-21"9"0,-11 12 2 0,21-1-1 0,39 10-7 0,59-10-6 0,80-9 1 0,89-2-2 0,70 12 3 0,-20 9-2 0,-90 9 1 0,-108-9 5 0,-59-19-2 0,-13-11-39 0,-8 30-8 0</inkml:trace>
  <inkml:trace contextRef="#ctx0" brushRef="#br0">16956 10130 24 0,'0'0'0'0,"-9"-10"41"0,-11 20-13 0,0 9-13 0,10 2-7 0,10-21 5 0,30-30-7 0,-1 10-2 0,-38 20-1 0,-11 20-3 0,30 0-6 0,28-10-36 0,-7-10-35 0</inkml:trace>
  <inkml:trace contextRef="#ctx0" brushRef="#br0">17284 9932 92 0,'-30'0'3'0,"0"0"12"0,20 0-1 0,20-10-11 0,20-10-1 0,-30 29 0 0,-30 12-2 0,40 8-11 0,50-19-99 0</inkml:trace>
  <inkml:trace contextRef="#ctx0" brushRef="#br0">17413 10130 25 0,'0'0'10'0,"-10"19"22"0,10-19-2 0,0 0-10 0,0-19-3 0,-10 19-11 0,0-10-3 0,30-1-2 0,20-8-4 0,-19 38-45 0,-42 12-17 0</inkml:trace>
  <inkml:trace contextRef="#ctx0" brushRef="#br0">16927 10446 54 0,'-50'0'41'0,"50"11"-30"0,20-30 3 0,-10 19-9 0,-20 38-1 0,1 2-3 0,68-40-6 0,20-19-81 0,-59 9 55 0</inkml:trace>
  <inkml:trace contextRef="#ctx0" brushRef="#br0">17869 10497 106 0,'-10'-10'9'0,"-9"-1"1"0,38-27-1 0,1 28-7 0,-30 49-2 0,-10 10-5 0,50-19-89 0</inkml:trace>
  <inkml:trace contextRef="#ctx0" brushRef="#br0">19060 11043 82 0,'10'-20'5'0,"10"20"5"0,0 58 1 0,9 12-8 0,21 0-27 0,-20-50-40 0</inkml:trace>
  <inkml:trace contextRef="#ctx0" brushRef="#br0">19318 11073 82 0,'-40'19'9'0,"-29"31"7"0,9 18-10 0,11-7-14 0,-1-12-91 0</inkml:trace>
  <inkml:trace contextRef="#ctx0" brushRef="#br0">19546 10904 42 0,'0'0'21'0,"10"0"-8"0,10 49 4 0,20 10-14 0,29-8-17 0,-19-22-61 0</inkml:trace>
  <inkml:trace contextRef="#ctx0" brushRef="#br0">19883 10963 86 0,'-59'19'13'0,"-11"42"-3"0,41 7-7 0,-1 2-32 0,10-30-41 0</inkml:trace>
  <inkml:trace contextRef="#ctx0" brushRef="#br0">18971 11668 88 0,'0'0'3'0,"0"0"0"0,49 30 7 0,31 29-8 0,-11-19-26 0,-39-10-47 0</inkml:trace>
  <inkml:trace contextRef="#ctx0" brushRef="#br0">19229 11737 50 0,'-40'9'36'0,"-30"52"-15"0,21-12-19 0,-1 1-42 0,40-41-8 0</inkml:trace>
  <inkml:trace contextRef="#ctx0" brushRef="#br0">19318 10527 85 0,'0'0'2'0,"-10"30"7"0,0 19-4 0,50 11-19 0,9-30-62 0</inkml:trace>
  <inkml:trace contextRef="#ctx0" brushRef="#br0">19456 10586 82 0,'-49'20'6'0,"-30"59"-3"0,59 11-14 0,10-31-54 0</inkml:trace>
  <inkml:trace contextRef="#ctx0" brushRef="#br0">19119 10070 43 0,'-9'-9'3'0,"18"-21"2"0,61-21 6 0,9 11-3 0,30 2 6 0,20 17-6 0,30 21-5 0,0 11-2 0,-30-11 2 0,-50 0 1 0,-59-20 1 0,-30 10-1 0,-49-11-3 0,39 2 0 0,30 19-1 0,21 19-2 0,-23 51 3 0,-27-10 2 0,-31-30-2 0,20-10-13 0,60 0-63 0</inkml:trace>
  <inkml:trace contextRef="#ctx0" brushRef="#br0">20528 9881 71 0,'10'-49'24'0,"-10"49"-9"0,-20 90-9 0,1 49-3 0,9 8-1 0,0-56-2 0,-10-62 5 0,10-39 4 0,-10-79-4 0,0-70-3 0,40-9-1 0,40 69-2 0,-1 89-3 0,-19 69 1 0,-20 29 2 0,-40-27 1 0,-69-41 3 0,-1-10-6 0,51-31-42 0,49 2-33 0</inkml:trace>
  <inkml:trace contextRef="#ctx0" brushRef="#br0">20785 9505 35 0,'11'-90'32'0,"-1"41"-1"0,-10 79-19 0,-30 118-7 0,11 41-3 0,-1-30 0 0,20-71-8 0,-11-27-50 0,22-61 8 0</inkml:trace>
  <inkml:trace contextRef="#ctx0" brushRef="#br0">21024 9951 38 0,'20'-40'12'0,"20"-9"-1"0,-30-10 15 0,-30 9-14 0,-10 20-2 0,1 10-5 0,-11 20-3 0,0 30-1 0,-9 19-1 0,9 10 0 0,10-8 1 0,30-21-1 0,10-20 2 0,30-20 0 0,9-20-1 0,-19 10-1 0,0 10 1 0,-10 0-1 0,9 10 0 0,-9 10 0 0,-10 0 0 0,10-1 1 0,-10-9-1 0,10 0 0 0,-10 0 0 0,10 0 0 0,9 0 0 0,-19 11 0 0,0 8-1 0,-30 10 2 0,20-18-1 0,0-11 4 0,20-49-2 0,10 9-3 0,10-29 1 0,-1 39 0 0,-19 30-1 0,-10 30-1 0,10 18 2 0,20-8 0 0,9-10 0 0,21-19 1 0,9-11 0 0,-19-30 1 0,-11-30 0 0,-49 10 0 0,-30 31-3 0,1 67 1 0,19 22 0 0,69-19-1 0,1-32 2 0,-20-19 2 0,-21-29-1 0,-9-1-29 0,-10 19-64 0</inkml:trace>
  <inkml:trace contextRef="#ctx0" brushRef="#br0">12998 11896 66 0,'-20'-30'18'0,"20"20"0"0,49-9-12 0,61 9-4 0,19-1-1 0,-30 11 1 0,-69 0 0 0,-60 0 1 0,-69 21-4 0,-40 8 2 0,1-10 0 0,57 2 1 0,71-12-2 0,40 2 1 0,99-31 0 0,40-10-1 0,0 20 1 0,-70 0 0 0,-79-1 2 0,-40 11 0 0,-50 0-2 0,-79 11-1 0,11-1 0 0,49 9 1 0,78-19-1 0,111 0-1 0,48-19 2 0,1 19-1 0,-59 0 1 0,-71 0-1 0,-19-10 2 0,-10 10-1 0,10-11-1 0,0 11 1 0,10-8-1 0,-10-2 0 0,0 10 0 0,0 0 0 0,0 0 1 0,10 0-1 0,-10 0 0 0,10 0-1 0,-10 0-14 0,10 0-83 0</inkml:trace>
  <inkml:trace contextRef="#ctx0" brushRef="#br0">22324 9604 21 0,'0'0'0'0,"0"-31"30"0,-10 2-4 0,10-1-7 0,0 11-10 0,40 9-4 0,20-10-3 0,-1 20-2 0,-19 20 1 0,-30 30 1 0,-20-1-1 0,0 10 0 0,-20-19-2 0,0 0 2 0,-29 0 0 0,9 0 1 0,20-21-1 0,20-9 1 0,10-10 0 0,30 0 1 0,30-10-2 0,9 10 0 0,1-11-1 0,-11 11 1 0,-29 0 0 0,0 0-3 0,9-8-29 0,-19-22-25 0,-20 10 23 0</inkml:trace>
  <inkml:trace contextRef="#ctx0" brushRef="#br0">22751 9584 18 0,'10'-40'33'0,"0"10"10"0,-10 41-27 0,-20 58-10 0,10 11-4 0,10-21-2 0,0-29 1 0,-10-30-2 0,-10-51-3 0,10-27 3 0,40-1 1 0,30 49-1 0,9 40 4 0,-9 49 0 0,-41 21 0 0,-48-42-1 0,-41-17-1 0,1-12-7 0,49 22-49 0,20-11-3 0</inkml:trace>
  <inkml:trace contextRef="#ctx0" brushRef="#br0">22384 10149 75 0,'-20'0'5'0,"40"-9"1"0,99 9 0 0,79 0-4 0,-39 9 4 0,-90-9 5 0,-59-9-3 0,-29-1-32 0,9 10-51 0</inkml:trace>
  <inkml:trace contextRef="#ctx0" brushRef="#br0">18673 12887 18 0,'0'-29'20'0,"0"0"9"0,10-1-5 0,0 0-5 0,10 20-9 0,1-1-4 0,-3 42-2 0,2 19 0 0,-10-1-1 0,1-19-1 0,-11 10 0 0,-11-10 0 0,1-1 0 0,0-29 0 0,10-10-1 0,0-19 0 0,31-31 0 0,8-9 0 0,9 29-1 0,-7 20 1 0,-1 29-2 0,-11 52 1 0,-19 7-1 0,10-7 2 0,-10-23 0 0,0-17 0 0,0-11-14 0,20-41-112 0</inkml:trace>
  <inkml:trace contextRef="#ctx0" brushRef="#br0">19824 12878 14 0,'0'0'0'0,"10"-20"24"0,-10-9 3 0,0-1-1 0,-40 10-10 0,-19 10-6 0,-11 20-5 0,1 29-3 0,29 11-1 0,10-1-1 0,40-9 0 0,30-19 0 0,29-13 1 0,-9-46-2 0,9-23 1 0,-9-38-3 0,-20-29 3 0,-11 9 0 0,-9 50 2 0,-20 48-3 0,0 61 3 0,-30 88-1 0,1 22 1 0,9-41-1 0,0-30 0 0,30-50-38 0,0-18-24 0</inkml:trace>
  <inkml:trace contextRef="#ctx0" brushRef="#br0">20171 12818 51 0,'0'-49'20'0,"0"28"13"0,-10 32-16 0,-1 18-12 0,2 22-2 0,-1-12-1 0,20-9-2 0,30-10 0 0,10-10 1 0,-1-31 0 0,1-9-1 0,-20 1 1 0,-1-11 0 0,1 10 0 0,-10 21 0 0,-10 9 0 0,-10 9 0 0,0 32 1 0,-10-12-1 0,10 11-1 0,0-10 0 0,20-10 1 0,0-20 0 0,-10-10 1 0,0-20-1 0,9-10-1 0,-9 11 0 0,20 19 0 0,0-1 0 0,-10 11-1 0,0 31 2 0,-9-2 0 0,-3-9-1 0,-8-1 0 0,10 2 1 0,10-31 1 0,10-10-1 0,10-20-1 0,9 11 1 0,-9 29-2 0,-30 29 1 0,10 20 0 0,-10-9 2 0,0-19-1 0,-10-13 1 0,0-8-4 0,-20-8-31 0,-10-42-77 0</inkml:trace>
  <inkml:trace contextRef="#ctx0" brushRef="#br0">20509 12480 92 0,'0'0'2'0,"-10"-8"0"0,20 8 10 0,19 0-11 0,1 39-44 0,-30-39-5 0</inkml:trace>
  <inkml:trace contextRef="#ctx0" brushRef="#br0">21570 12809 17 0,'0'0'8'0,"-20"-10"21"0,10 10-5 0,0 0-10 0,20-11 2 0,30 2-14 0,20-1-1 0,29 10-2 0,20 10 1 0,21-10-2 0,-32 9 2 0,-38-9 0 0,-40 0 1 0,-10 0 0 0,-10-9-1 0,9 9-15 0,-9 0-69 0</inkml:trace>
  <inkml:trace contextRef="#ctx0" brushRef="#br0">21888 12619 17 0,'0'0'10'0,"-10"-18"13"0,0 7 0 0,20 11-17 0,10 11-2 0,19 18-2 0,31 1 0 0,-11-1-1 0,-9 1 1 0,-20-10 1 0,-20-11 2 0,-10 2 1 0,-10-1 3 0,-40 30 0 0,-39 19-1 0,9 11-2 0,31-11-1 0,29-19-1 0,10-30-1 0,0-10 0 0,10 0-3 0,30-31-45 0,-10 31-28 0</inkml:trace>
  <inkml:trace contextRef="#ctx0" brushRef="#br0">22681 12432 32 0,'0'0'0'0,"9"-20"5"0,22-30 22 0,-21 21 3 0,-51 58-26 0,-67 81-1 0,9 58-1 0,69-39-3 0,50-20 1 0,129-9 2 0,-100-92 2 0,-30-16-1 0,2-22-59 0,-11 20 7 0</inkml:trace>
  <inkml:trace contextRef="#ctx0" brushRef="#br0">22781 12670 16 0,'0'0'3'0,"19"-40"24"0,-9 11 2 0,0 18-18 0,0 51-4 0,-10 10-2 0,0 0-1 0,0-21-2 0,-10-9 0 0,10 0 2 0,-10-20-3 0,10-30 2 0,20-9-3 0,10 9 0 0,0 0 1 0,0 20 0 0,-11-1-3 0,1 32 3 0,-10 9-1 0,0 18 0 0,-20-8 2 0,0-10-1 0,10-19-2 0,0-11-45 0,10-11-20 0</inkml:trace>
  <inkml:trace contextRef="#ctx0" brushRef="#br0">23179 12748 30 0,'0'-9'24'0,"8"9"4"0,2-9-17 0,31 9-6 0,8-11-4 0,10-8-2 0,-9 19-14 0,-11 0-53 0,-29 0 53 0</inkml:trace>
  <inkml:trace contextRef="#ctx0" brushRef="#br0">23644 12590 13 0,'0'0'9'0,"0"-9"23"0,0 29-9 0,-40 49-15 0,20 0-6 0,10-20-1 0,10-8-10 0,-10-21-65 0</inkml:trace>
  <inkml:trace contextRef="#ctx0" brushRef="#br0">23814 12333 33 0,'0'-11'8'0,"28"61"5"0,22 69 1 0,-30 149-5 0,-80-188-3 0,-19-41-14 0,49-30-57 0</inkml:trace>
  <inkml:trace contextRef="#ctx0" brushRef="#br0">24309 12680 29 0,'10'0'2'0,"9"-20"3"0,21 0 18 0,0-1-5 0,-40 3-9 0,-20-2-3 0,-30 10-4 0,-49 40 1 0,0 29-3 0,59-19-1 0,30-1-4 0,30-19 1 0,30-20-1 0,-21-11 6 0,41-18 1 0,-11-30 5 0,1-11-2 0,-20-19-4 0,-19 20-2 0,-3 29-1 0,-18 50 2 0,-29 68-7 0,-21 32-3 0,20 0 5 0,10-31 5 0,10-40 7 0,20-28 3 0,0-52-23 0,0 12-54 0</inkml:trace>
  <inkml:trace contextRef="#ctx0" brushRef="#br0">22761 13404 35 0,'0'-10'2'0,"10"-1"7"0,39-18 0 0,11-10-3 0,-1-1-4 0,1-10 0 0,-20 1 1 0,-21-20-2 0,-9 18-2 0,-10 11 4 0,-10 21-4 0,-9 8 3 0,-1 11-2 0,10 11 2 0,0 29-2 0,-10 20 4 0,0 28-4 0,0-37 1 0,1-3 1 0,19-27-3 0,0-2 1 0,9-19 3 0,1-19-1 0,10-21-1 0,-10 20 1 0,10 0-3 0,10 1 0 0,9 9 1 0,-19 20-2 0,0 0 3 0,-20 10-1 0,0 9 0 0,10 1-1 0,10-20 0 0,10 0-1 0,19-20 1 0,-9-20 0 0,0 9 1 0,-30 12 1 0,-1-11-1 0,-9 20 0 0,10 0 0 0,-1 11 0 0,-9-2-1 0,11 11 0 0,9-1-1 0,0 2 1 0,20-21 0 0,-11 0 1 0,11-10 0 0,0-10 1 0,-1-10 0 0,-19 1 0 0,-10 9 0 0,-10 9 0 0,0 22-2 0,0 29 0 0,-10 19 0 0,-10 20-1 0,-9 11 0 0,9-11 2 0,0-19-1 0,0-31 1 0,0-19 1 0,10-10 0 0,-9-39-1 0,19-1-1 0,0-1 1 0,19-7 1 0,21-12 0 0,10 0-1 0,-1 21 0 0,11 19-1 0,-11-10 0 0,-9 1 1 0,-10 18 2 0,-30-8 1 0,10 19-2 0,-10 19-2 0,-10 61 1 0,-10-2 2 0,0 3-2 0,10-32 2 0,-10-29 0 0,11-10 4 0,9-50-4 0,19-49 0 0,11-20-1 0,0 49-1 0,-10 40-2 0,11 20-3 0,-13 29 2 0,-8 1 4 0,-38 1 1 0,-13-11-24 0,11-10-43 0</inkml:trace>
  <inkml:trace contextRef="#ctx0" brushRef="#br0">23981 13245 0 0,'0'0'9'0,"0"-9"11"0,0 9-9 0,20-20-8 0,0 10-3 0,0-11 0 0,-10 2 4 0,-10 8 3 0,-10 2-1 0,-10-1-4 0,10 10 1 0,-10 19-3 0,10 22 1 0,0-1-1 0,10-22 0 0,10 3-2 0,0-12 1 0,20-18-2 0,0-12 0 0,-1 12 2 0,1 18 1 0,-10 21-2 0,-10 1 3 0,-20-22 1 0,0-9 0 0,10-29-2 0,20-21-3 0,10 21-9 0,19-2-11 0,21 22 4 0,9-1 17 0,-39 10 3 0,-20 30 22 0,-50 19-16 0,-20 41-1 0,21-11-1 0,9-19-1 0,10-41 1 0,10-19-4 0,0-40-3 0,10-48-3 0,19-12 2 0,21 41 0 0,-10 69 2 0,-30 28 1 0,-10 13 2 0,-40-21-2 0,0-20-27 0,30-10 14 0</inkml:trace>
  <inkml:trace contextRef="#ctx0" brushRef="#br0">24497 13016 0 0,'0'0'1'0,"11"-30"13"0,8-8 1 0,-10 38-10 0,-9 68-6 0,-9 42 1 0,-1-11-1 0,-10-19-29 0,20-70 27 0</inkml:trace>
  <inkml:trace contextRef="#ctx0" brushRef="#br0">24656 13146 1 0,'0'0'0'0,"0"0"7"0,0-20 7 0,-10 1-4 0,0 9-6 0,0-1-4 0,-10 22-1 0,0 18 0 0,-9 11 0 0,8-10 1 0,12-10-1 0,-1-11 2 0,20 2 0 0,-1-11 1 0,22-20 1 0,-12 0-1 0,11-10 2 0,-10 10-1 0,0 10-3 0,-20 10 1 0,0 10-1 0,0 20 0 0,0-10 1 0,10-10 14 0,20-10-13 0,9-10 0 0,-9-10-3 0,-10 20 0 0,-20 9 0 0,0 2 3 0,10-11 0 0,20-20 0 0,9-1-2 0,-9 12-3 0,-10 18 3 0,10 21 0 0,29-19-1 0,60-31 4 0,0-30-1 0,-59 10 0 0,-70 21-3 0,-40 49 1 0,60 9 1 0,70-20 6 0,-21-19 11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7025 11926 6 0,'0'-30'21'0,"10"0"11"0,-10 30-17 0,0 19-8 0,10 71 4 0,-10 19 1 0,0-10-4 0,9-19-3 0,-9-40-2 0,0-21-2 0,0-28-3 0,10-52-92 0</inkml:trace>
  <inkml:trace contextRef="#ctx0" brushRef="#br0">6975 11678 37 0,'0'0'0'0,"-59"-31"20"0,-11 22-4 0,11 29-9 0,-11 38-2 0,1 12 1 0,19 29 2 0,0 21 0 0,31-12-3 0,38 12 0 0,51 9-5 0,38-19 1 0,12-32-3 0,-1-27 2 0,-10-33 1 0,-9-36 1 0,0-33-1 0,-22-19 1 0,1-8 0 0,-19-21 1 0,-20-10-3 0,-20-1 2 0,-40 10 0 0,-40 12 3 0,-69-1-3 0,-20 39 0 0,-19 20 0 0,-11 30 0 0,0 30-1 0,41 40-49 0,118-52-15 0</inkml:trace>
  <inkml:trace contextRef="#ctx0" brushRef="#br0">17939 11837 24 0,'0'-10'10'0,"0"-1"20"0,0-8-15 0,10-11-3 0,0 9-4 0,9 2-2 0,11 0-1 0,0-2-1 0,1 21-2 0,-1 11-1 0,-2 18-1 0,-18 21 1 0,-10-11 0 0,-10 11 0 0,-18-10 1 0,-2 0-1 0,-11-2 0 0,-9 3 1 0,11-21-1 0,29 0 0 0,0-10 1 0,20-10 1 0,30 0-1 0,19-10 0 0,-9-1-1 0,-1 11 0 0,-9 0-1 0,-21 0 1 0,2 0-1 0,-21 0 0 0,0 0-33 0,0-9-60 0</inkml:trace>
  <inkml:trace contextRef="#ctx0" brushRef="#br0">18088 11548 31 0,'-19'-19'4'0,"-81"-50"8"0,0 39 12 0,11 40-15 0,0 39-1 0,-1 31-4 0,1 38 1 0,41 22-4 0,48 17 0 0,68-28-1 0,21-9 1 0,20-40 0 0,20-31 2 0,10-39 1 0,-10-20-1 0,0-30-1 0,-30-30 2 0,1-18 2 0,-21-41 2 0,-39-21 1 0,-60 2-1 0,-99 19-3 0,-99 50-4 0,-30 49-1 0,29 70 1 0,70 89-21 0,99-40-78 0</inkml:trace>
  <inkml:trace contextRef="#ctx0" brushRef="#br0">8544 12710 16 0,'0'0'18'0,"0"0"3"0,9-21-11 0,10 2-3 0,1 9 0 0,-20-1 2 0,0 11-3 0,0-9-2 0,-20-1 0 0,1-1-1 0,-11 2-1 0,-10 9-1 0,10 9-1 0,1 12 0 0,-1-1 0 0,20 9-1 0,-10-8 1 0,10-1 0 0,20-2 0 0,20-7 0 0,0 9-1 0,9 19 1 0,11 11-1 0,-30 10-1 0,-20-10 2 0,-40-12 2 0,-19-17 2 0,19-2 1 0,10-28 0 0,30-11-3 0,10-10-10 0,20 30-48 0,-20 0 1 0</inkml:trace>
  <inkml:trace contextRef="#ctx0" brushRef="#br0">8801 12689 27 0,'0'0'4'0,"10"-40"23"0,-10 31-6 0,0 18-11 0,-10 42-1 0,-20 28-6 0,10 10-1 0,10-29-2 0,0-10 2 0,20-31 0 0,0 0-1 0,20-19 2 0,10 0 0 0,9-9-2 0,-9-1 2 0,0-1-4 0,-11 11-24 0,1 0-48 0,-30 0 55 0</inkml:trace>
  <inkml:trace contextRef="#ctx0" brushRef="#br0">9198 12878 28 0,'0'-10'10'0,"0"-9"22"0,0 38-11 0,0 30-11 0,0 12-6 0,0-23-3 0,0-7 1 0,0-22 4 0,0-9-1 0,-10-19-2 0,10-21-2 0,-9-9 1 0,-2-1-1 0,11 1 0 0,0-21 0 0,0 10 1 0,20 11-2 0,-10 9 2 0,30 11-3 0,-12 29 1 0,3 29 0 0,-11 41 0 0,-20-31-1 0,-10-9 4 0,-50 0-1 0,-49 0-5 0,-10 28-111 0</inkml:trace>
  <inkml:trace contextRef="#ctx0" brushRef="#br0">18465 12779 76 0,'0'0'2'0,"-10"0"1"0,0 60 12 0,10 9-9 0,10 1-3 0,-10-41 1 0,0-29 5 0,-10-10-1 0,-10-30-4 0,10-19-2 0,10 10-1 0,0-1 0 0,30-1 0 0,9 22 0 0,-9 20 0 0,0 47-1 0,-10 13-2 0,0 8 2 0,-20-19 1 0,10-30 1 0,-10-20 2 0,10-49-2 0,19-1 0 0,11 20-2 0,0 20 0 0,-1 40 0 0,-9 29 0 0,-10 12-1 0,-10-23 1 0,-10 3 0 0,-19-12-6 0,19-8-52 0,9-21-12 0</inkml:trace>
  <inkml:trace contextRef="#ctx0" brushRef="#br0">19040 12769 49 0,'30'-50'18'0,"0"11"12"0,-11 29-14 0,-19 40-8 0,0 39-3 0,0 1-1 0,-19-1-2 0,9-20 1 0,0-20 1 0,0-8 0 0,30-12-1 0,19-9 0 0,31-19-4 0,-11 0 0 0,-19 9-10 0,-10-1-48 0,0 11-10 0</inkml:trace>
  <inkml:trace contextRef="#ctx0" brushRef="#br0">19625 12818 74 0,'0'0'5'0,"0"11"17"0,-19 47-6 0,19 3-10 0,-10-23-3 0,20-17 2 0,0-21 5 0,-1-39-5 0,11-31-2 0,10-59-2 0,0 9 0 0,0 42 0 0,-11 38 2 0,21 29-4 0,0 72 1 0,-40 18-1 0,-40-20 2 0,-79-9-1 0,-79 39-70 0,168-79 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21094 4961 17 0,'0'-10'1'0,"20"-20"-1"0,0 20 8 0,-20-20 12 0,-30-9-5 0,-10-11-4 0,0 30-5 0,11 20-3 0,9 0-3 0,-10 20 1 0,10 30 0 0,0 29 0 0,20 29-1 0,0 22 0 0,10 8 0 0,0 31 2 0,-10-30 1 0,-20-40 0 0,10-29-1 0,-9-30-1 0,-1-30-35 0,-10-20-22 0</inkml:trace>
  <inkml:trace contextRef="#ctx0" brushRef="#br0">20598 5436 57 0,'0'-19'1'0,"49"-40"11"0,89-11-2 0,22 20-6 0,-51 31-14 0,-49 19-58 0</inkml:trace>
  <inkml:trace contextRef="#ctx0" brushRef="#br0">21650 4752 13 0,'0'0'0'0,"9"-29"8"0,-18 19 8 0,-41 20-1 0,-39 68-1 0,-21 72-7 0,21 27-4 0,51-17 1 0,56-41-2 0,42-39 0 0,19-41 0 0,-19-30-11 0,-21-28-45 0,-29 9 34 0</inkml:trace>
  <inkml:trace contextRef="#ctx0" brushRef="#br0">21739 4999 18 0,'0'-9'4'0,"20"-30"22"0,9 29-8 0,-9 30-9 0,10 48-6 0,20 2-1 0,-1-1-3 0,-9-8 2 0,-21-12-5 0,2-30-29 0,-11-8-1 0</inkml:trace>
  <inkml:trace contextRef="#ctx0" brushRef="#br0">22096 4930 33 0,'-41'0'12'0,"-18"69"0"0,-20 12 1 0,0-12-4 0,20 1-6 0,19-11-2 0,20-19-11 0,10 0-49 0</inkml:trace>
  <inkml:trace contextRef="#ctx0" brushRef="#br0">22165 4662 41 0,'20'-30'2'0,"30"30"1"0,19 81 3 0,-29 97 1 0,-30 30 0 0,-60-29-1 0,-19-70-1 0,9-39-1 0,50-40-8 0,30-30-68 0</inkml:trace>
  <inkml:trace contextRef="#ctx0" brushRef="#br0">22642 5080 8 0,'-30'0'7'0,"10"0"4"0,10 0 0 0,10 0-2 0,10-11-2 0,69 11-3 0,50-9 1 0,-9 9 0 0,-21 0-1 0,-30 0-2 0,-39 0-4 0,-20 0-37 0</inkml:trace>
  <inkml:trace contextRef="#ctx0" brushRef="#br0">22949 4911 9 0,'-10'-11'5'0,"10"11"0"0,40 11 10 0,0 48 0 0,9 21-5 0,-29-11 0 0,-30-29-5 0,-29-1-3 0,-21-8-42 0,40-22 6 0</inkml:trace>
  <inkml:trace contextRef="#ctx0" brushRef="#br0">23426 4860 34 0,'-10'-29'21'0,"10"-1"-9"0,10 60-7 0,-10 30 0 0,-10 30-3 0,20-21-1 0,29-39 2 0,1-20 0 0,10-31 0 0,-11-19-1 0,-9-28 0 0,10 7-1 0,-20 13 1 0,9 8 1 0,-19 29-1 0,-10 11-2 0,-20 51 0 0,1 27-1 0,9 42 1 0,0 28-2 0,10 12 1 0,10-23 0 0,-20-36 2 0,-30-42 1 0,-29-39 1 0,-1-61 0 0,70-37-1 0,50-12 0 0,69-39 0 0,-10 40 0 0,-30 20-2 0,-39 49 0 0,-30 10 0 0,-10 20-18 0,0-1-67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12065 5189 0 0,'0'-10'4'0,"0"-10"22"0,-10 0-10 0,0-9-4 0,20 9-1 0,0 10-1 0,20-20-3 0,9 9-2 0,1 21 1 0,-10 11-2 0,-10 29 0 0,0 19-2 0,-10-9 0 0,-1-10 0 0,-9-11 0 0,0-20 1 0,-9-9 1 0,-1-29-3 0,20-11 0 0,9-9 0 0,11 10-1 0,0-2 1 0,0 22-2 0,-1 9 0 0,1 30 1 0,-11 30 0 0,2-1 0 0,-21-10 1 0,0-8 0 0,0-22 1 0,-10 1-1 0,10-29-21 0,40-12-64 0,-30 22 63 0</inkml:trace>
  <inkml:trace contextRef="#ctx0" brushRef="#br0">12660 5090 49 0,'0'0'0'0,"-20"-10"9"0,11 10 11 0,18 0-2 0,41 0-6 0,29 0-7 0,1-11-2 0,9 2-2 0,-38-1 0 0,-32 0-15 0,-19-1-35 0,0 11 5 0</inkml:trace>
  <inkml:trace contextRef="#ctx0" brushRef="#br0">12799 4860 25 0,'0'-8'31'0,"-10"27"-13"0,10 31 2 0,-10 28-10 0,10-8-6 0,0-29-3 0,10-2 0 0,0-20-23 0,0 2-59 0</inkml:trace>
  <inkml:trace contextRef="#ctx0" brushRef="#br0">13266 4852 33 0,'0'0'2'0,"9"-30"13"0,11 9 11 0,-10 21-12 0,0 21-6 0,-10 28-4 0,0 21 1 0,0-1-2 0,-10 1 0 0,10-22-1 0,10-8 1 0,-10-10-1 0,0-9 1 0,0-31-2 0,10-10-109 0</inkml:trace>
  <inkml:trace contextRef="#ctx0" brushRef="#br0">18802 5466 8 0,'10'0'10'0,"-10"-9"2"0,0 9 0 0,9 0-7 0,-9-10-1 0,0 10 1 0,0 0 2 0,0-11-3 0,11 11-2 0,-11-9 2 0,10-1 1 0,0-11 0 0,9 12-2 0,-10-1-1 0,12 10-1 0,-1 0 1 0,-10 19 1 0,-10 21-1 0,0-10 0 0,0-1-1 0,0-8 1 0,-10-11-1 0,10-1 1 0,-10-9 0 0,10-19-1 0,10-2 0 0,0-8-1 0,0 10 0 0,20-1 1 0,-1 0-1 0,11 0 0 0,-20 20-1 0,0 20 1 0,-10 20-1 0,-10 0 2 0,0-11 0 0,-10-19 0 0,0-1 0 0,0 2-3 0,20-11-32 0,10-11-34 0</inkml:trace>
  <inkml:trace contextRef="#ctx0" brushRef="#br0">19298 5506 34 0,'-10'0'5'0,"0"-11"12"0,40 11 2 0,10-8-9 0,19 8-3 0,-19 8-4 0,-20-8-1 0,-10 0-2 0,9 11-6 0,0-11-32 0,-8 0-8 0</inkml:trace>
  <inkml:trace contextRef="#ctx0" brushRef="#br0">19467 5366 25 0,'0'-8'11'0,"10"37"11"0,-20 31 0 0,-1-12-18 0,11 3-3 0,0-11-4 0,0-1-46 0,0-39 24 0</inkml:trace>
  <inkml:trace contextRef="#ctx0" brushRef="#br0">20082 5348 24 0,'0'0'0'0,"0"-11"21"0,0 11-5 0,0 11-6 0,-10 37-1 0,10 22-2 0,-20-1-3 0,10-8 0 0,0-2-2 0,0-19 1 0,10-20-1 0,0-10 1 0,-10-10 1 0,10-21-4 0,0 12-53 0,0-1 12 0</inkml:trace>
  <inkml:trace contextRef="#ctx0" brushRef="#br0">13672 10309 7 0,'0'0'6'0,"-20"0"14"0,11-10-1 0,9 10-3 0,-10 0-6 0,10 0-3 0,-9 0 1 0,-2 0-3 0,22 0 1 0,17-10-5 0,31 10-1 0,21 0 1 0,20 0 0 0,29-11 1 0,29 2-2 0,12-1 0 0,-2 10 1 0,-19 0 0 0,-1-11 2 0,-29 2-2 0,-9-1 0 0,-31 0-2 0,-29-1 2 0,-11 2-1 0,1 0 2 0,-20-21 1 0,0-21-2 0,-10-27 0 0,-1-21 1 0,11-30 0 0,-10 9 0 0,-10 31 0 0,-10 20-3 0,-10 18 1 0,11 21 1 0,-1 12 0 0,10-12-1 0,0 20 0 0,-10-10 0 0,-10-1-1 0,-20 12 1 0,-19-1 1 0,-41 0 0 0,-48 10 0 0,-31 0-2 0,-10 0 1 0,-19 10-1 0,0 0 2 0,9-1-2 0,41 12 1 0,10-12 0 0,28 12 0 0,30-11-1 0,11-1 1 0,19 2 0 0,1-11 0 0,19 0 0 0,1 9 0 0,19 0 0 0,20 2-1 0,-10 19 1 0,20 29-1 0,0 21 0 0,0 19 0 0,-1 19 0 0,-9-19 1 0,10-8-1 0,-1-32 2 0,-9 0-1 0,11-29 0 0,-1-1 1 0,30-18 1 0,9-11-2 0,21-11-18 0,-11 11-68 0</inkml:trace>
  <inkml:trace contextRef="#ctx0" brushRef="#br0">17353 10825 6 0,'10'0'16'0,"-10"-11"-5"0,0 11 1 0,0 0-4 0,0 0 0 0,0 0-3 0,10 0 2 0,-10 0 0 0,0 0-3 0,10 0 0 0,-10 11-1 0,10-11 0 0,10 9 2 0,-20 0-3 0,10 12 0 0,-10-11-1 0,11-1 1 0,8 2-1 0,-19-1 0 0,11-1-1 0,-3 2 2 0,-8-11-1 0,10 0 1 0,0 0-1 0,0-11 0 0,11-8 1 0,-2-11-1 0,11 0 0 0,-1 1-1 0,11-1 1 0,-10-1 0 0,10 1 0 0,-11 12 0 0,11-2-1 0,-20 10 1 0,0 0 1 0,-10-1-1 0,0 11 1 0,-10-9 0 0,0 9-1 0,0 0-1 0,0 0-5 0,19 20-107 0</inkml:trace>
  <inkml:trace contextRef="#ctx0" brushRef="#br0">17393 11837 21 0,'0'-30'17'0,"0"0"12"0,0 10-5 0,0 30-18 0,0 30-2 0,-10 29-2 0,20-19-1 0,0-21 1 0,0-9 2 0,20-40 2 0,29-59-2 0,21 0-2 0,-11 19 0 0,-19 10 0 0,-11 31-2 0,-9-2 1 0,-20 12-1 0,-10 9 0 0,0 9-18 0,0 22-77 0</inkml:trace>
  <inkml:trace contextRef="#ctx0" brushRef="#br0">18256 5725 20 0,'-11'-10'16'0,"-8"-1"1"0,19 2 2 0,10-1-8 0,20 0 0 0,30-1-4 0,39 2-3 0,10 9 0 0,-10 0-6 0,-39 9 5 0,-40-9-1 0,-10 0 2 0,-10-9-2 0,-20-21 1 0,0 10-3 0,-10 11 1 0,20-1 0 0,10 20-2 0,0 10 1 0,20 9 1 0,-20-10-1 0,-20 12 1 0,-10-1-1 0,11 29-43 0,29-10-27 0</inkml:trace>
  <inkml:trace contextRef="#ctx0" brushRef="#br0">18425 8066 21 0,'-20'-10'16'0,"-10"0"-9"0,10 10 11 0,11 0-5 0,-11 10-3 0,0 0-1 0,20-1-5 0,10-9 1 0,10-9-1 0,39-1 0 0,21 10-1 0,9 0-3 0,-10 0 1 0,-19 0 0 0,-21 0 1 0,-29-10 1 0,-10 10 3 0,-18-11-4 0,-33 3-1 0,11 8 1 0,20 0 0 0,10 0-2 0,20 8 0 0,10 13 0 0,-10 9 0 0,-10-11 1 0,-49 2-1 0,-31-11-41 0,31-1-39 0</inkml:trace>
  <inkml:trace contextRef="#ctx0" brushRef="#br0">14843 5774 30 0,'-10'0'14'0,"-10"-11"5"0,20 2-2 0,10 0-9 0,30-2-2 0,29 2 1 0,31 9-2 0,-1 0-2 0,0 9-1 0,10 2 3 0,-79-11-3 0,0-20 0 0,-10 10-1 0,-20-10 0 0,-20 10-1 0,0 0 1 0,-10-1-1 0,30 11 0 0,0 0 0 0,20 21 0 0,-10-11 0 0,0 10 0 0,-20-10 1 0,0-1-2 0,0 41-22 0,30 39-74 0</inkml:trace>
  <inkml:trace contextRef="#ctx0" brushRef="#br0">14913 8105 11 0,'0'0'21'0,"0"0"0"0,19 0-5 0,11-9-5 0,30-1-4 0,9-1-2 0,-9 11-2 0,19 0-1 0,-9 11 0 0,-31-1-1 0,-9-1 1 0,-30-9 2 0,0-19 1 0,-10-1-4 0,0 10 0 0,0-11 1 0,0 13 0 0,10 8-1 0,0 0-1 0,10 8 0 0,10 13 0 0,-10 9 2 0,-30-11 3 0,-39 12-6 0,-41 28-76 0,81-50 38 0</inkml:trace>
  <inkml:trace contextRef="#ctx0" brushRef="#br0">18177 4603 28 0,'-10'-9'13'0,"1"-22"-12"0,-2 12 19 0,-19-1 4 0,-18 20-6 0,-13 0-13 0,-8 9-1 0,-11 21 6 0,-19 1 0 0,-51 77-4 0,91-49-4 0,31 22 2 0,17 7-1 0,22 2-1 0,28-11-2 0,0-19 2 0,41 0-2 0,-1-31 2 0,40 1-3 0,20-11 3 0,-58-19-2 0,-3-30 6 0,-10-8-5 0,-7-23 3 0,-2 3-1 0,-29-12 0 0,-30-19 0 0,-20-10 6 0,-19 8-7 0,-31 13 1 0,1 18-1 0,-21 11 0 0,-9 38-3 0,-10 2 3 0,20 39-2 0,69 18-33 0,30 22-58 0,0-49 48 0</inkml:trace>
  <inkml:trace contextRef="#ctx0" brushRef="#br0">18623 4177 33 0,'0'0'22'0,"0"-40"1"0,0 20-13 0,10 10-5 0,10-1 9 0,-20 32 4 0,0 28-10 0,0 41-5 0,0 18-2 0,10-38 1 0,0-29 0 0,-10-32 5 0,-20-18-1 0,10-32-3 0,50 1-2 0,29 21-3 0,0 38 0 0,-38 32 1 0,-31-12 2 0,-50-9 5 0,-29-30-1 0,9-30-1 0,50 10-3 0,50 20-1 0,41 0-4 0,16 11-4 0,-17-22 5 0,-20-28 3 0,-10-11 1 0,-31 21 5 0,11 18-3 0,-10 61-2 0,0-1 0 0,10 1 0 0,-10-30-19 0,-20-10-37 0,0-20-28 0</inkml:trace>
  <inkml:trace contextRef="#ctx0" brushRef="#br0">19070 4096 60 0,'0'0'0'0,"0"0"-35"0</inkml:trace>
  <inkml:trace contextRef="#ctx0" brushRef="#br0">19348 4475 43 0,'0'0'0'0,"10"-41"-2"0,29 12 7 0,-39 9 28 0,-20-10-8 0,1 10-10 0,-1 1-8 0,-10 19-4 0,0 19-1 0,0 10 5 0,-19 12 0 0,19-1-2 0,20-10-4 0,40-12 1 0,10-18 0 0,19-38-2 0,-19-2 2 0,-10 30 1 0,-11 10 2 0,-19 29-2 0,10 1-2 0,10 10-2 0,-10-11-53 0,1-18-39 0</inkml:trace>
  <inkml:trace contextRef="#ctx0" brushRef="#br0">19814 4246 54 0,'-20'-10'28'0,"10"-9"-5"0,0-2-4 0,-10 12-7 0,1 9-7 0,-11 9-1 0,-10 12-2 0,10-2-1 0,11 10 0 0,28 22-1 0,31-3 0 0,10 13 0 0,-20-11-1 0,-40-21 8 0,-50-29 6 0,-59 0-6 0,19 0-4 0,72 0-3 0,37 20-30 0,31 10-77 0</inkml:trace>
  <inkml:trace contextRef="#ctx0" brushRef="#br0">14774 4533 28 0,'0'0'14'0,"-50"-40"29"0,0 31-18 0,1 0-16 0,-1 18-3 0,-9 31 1 0,-1 10-1 0,-48 148-1 0,87-89-2 0,31-9 1 0,40-12-3 0,9-29 2 0,21-19-2 0,9-29 1 0,0-22 1 0,1-29 0 0,-11-8-1 0,-10-33 0 0,-19-7-2 0,-40-11 5 0,-40-20 3 0,-48 10 0 0,-22 39-5 0,-29 40-1 0,9 30-8 0,21 30-68 0,88-20-16 0</inkml:trace>
  <inkml:trace contextRef="#ctx0" brushRef="#br0">13295 3829 33 0,'10'-30'34'0,"10"21"-15"0,20-11-3 0,29 20-4 0,-9 40-5 0,-40 19 0 0,-10 0-2 0,-40-9 0 0,-10-31-2 0,30-8 0 0,20-31-1 0,30-40-1 0,19 1-1 0,-9 19 0 0,-29 1 0 0,-21 19 1 0,-11 9-1 0,-9 32 1 0,-20 19 0 0,20 29 1 0,11 1-1 0,28-2-12 0,51-28-53 0,-40-29 4 0</inkml:trace>
  <inkml:trace contextRef="#ctx0" brushRef="#br0">13811 4038 51 0,'0'-11'15'0,"-20"11"-1"0,10 0 11 0,-19 31-10 0,18 7-8 0,11 3-2 0,21-21-1 0,17-20 0 0,3-10 0 0,-1-30 5 0,-30 11 4 0,-20 9-6 0,0 20-7 0,-20-31 1 0,0 22-8 0,10-1-35 0,29 20-52 0</inkml:trace>
  <inkml:trace contextRef="#ctx0" brushRef="#br0">14109 3869 78 0,'0'0'0'0,"-40"-11"25"0,30-7-1 0,20 18-8 0,30-11-6 0,19 2-6 0,11-1-2 0,-11 10 0 0,-8 0-11 0,-23 0-31 0,-17 0-44 0</inkml:trace>
  <inkml:trace contextRef="#ctx0" brushRef="#br0">14198 3988 68 0,'-39'9'24'0,"29"-9"5"0,10-9-13 0,29-1-6 0,41 0-6 0,19 1-3 0,-19 9-18 0,-21 0-87 0</inkml:trace>
  <inkml:trace contextRef="#ctx0" brushRef="#br0">14595 3759 97 0,'0'-39'22'0,"20"19"-6"0,10 40 3 0,-20 30-6 0,-10 20-7 0,-20-12-3 0,10-17 0 0,0-21-2 0,10-1-1 0,10-9-59 0,0-1-28 0</inkml:trace>
  <inkml:trace contextRef="#ctx0" brushRef="#br0">21292 4187 9 0,'10'0'3'0,"-10"-10"44"0,0-1-43 0,10-29-1 0,-10 2-1 0,-10-2 0 0,0 10 0 0,-8 9 1 0,-13 2-1 0,1 19 0 0,0 10 0 0,-9 29-1 0,9 12-1 0,20 18 1 0,0 20-1 0,10-19 0 0,0-1-1 0,10-50 2 0,20-19-1 0,9-48 0 0,1-12 1 0,0-1-1 0,-19 13 1 0,-3 8-2 0,-8 20 1 0,-10 20 0 0,0 0 2 0,0 40-1 0,-10 10-1 0,20-11 0 0,10-20 0 0,19-19 1 0,1-19-1 0,10-10 0 0,-20-11 0 0,0 0 0 0,-20 10 0 0,-1 1 0 0,1-1 0 0,0 20 0 0,0 10 0 0,0 50 1 0,-10-12 0 0,0 2-1 0,20-29 0 0,30-11-1 0,-1-40 1 0,-9-9-2 0,-10 9 2 0,-1 0 0 0,-19 29 0 0,-10 2 0 0,10 29 1 0,-10 20-1 0,10 0-1 0,10-11 3 0,20-9-4 0,19-20-5 0,11-11-2 0,9-19-1 0,-19 12 6 0,-31-2 3 0,-9-11 3 0,-10 1-3 0,20-8 2 0,-10 7-1 0,-10 12 1 0,-10-1 1 0,-10 0 2 0,0 9-3 0,0 2 2 0,-10 9-2 0,10 0 0 0,0 0 0 0,-10 0 0 0,10 9 0 0,-9 2 0 0,-1 18 1 0,0 12-1 0,0-2-1 0,10-20 1 0,20-19 0 0,20-38 0 0,10 18 0 0,-11 20-1 0,-9 69 3 0,-10 49-2 0,-20-8 2 0,-39-30 2 0,-11-41-2 0,10-30 0 0,59-47-38 0,12 18-20 0</inkml:trace>
  <inkml:trace contextRef="#ctx0" brushRef="#br0">22354 3919 35 0,'-10'-30'4'0,"20"10"11"0,0 49 3 0,0 41-12 0,0-11-3 0,-30-8-1 0,10-33 1 0,0-36 0 0,0-42 0 0,20-19-3 0,30 19 0 0,-10 39 0 0,-1 32-1 0,-9 18 1 0,0 22 1 0,-20-22 0 0,-10-19 1 0,0-20 0 0,0-29 0 0,10-21-2 0,40 21-1 0,0 19 1 0,9 10-1 0,-19 40 0 0,-20 9 1 0,-10 1 0 0,20-10 0 0,9-20 2 0,21-20 0 0,0-20-2 0,-11 0 0 0,-9-10 0 0,-20 11 0 0,-10 8 1 0,-10 2-1 0,-10 29-1 0,-9 10 1 0,9 19-2 0,10 10 2 0,30-28 0 0,19-21 0 0,11-30-2 0,0 10 3 0,-31 20-3 0,-9 29 3 0,0 1-1 0,-10-30 3 0,30-39-2 0,10-21 0 0,-1 21-2 0,-9 29 1 0,-30 59-1 0,30 1 2 0,10-31-2 0,30-59 2 0,-2-28-1 0,-28-41 1 0,-10-30-1 0,-20 88 2 0,-10 51-3 0,-10 70 2 0,0 29-2 0,20-19 2 0,10-30-21 0,-10-30-53 0</inkml:trace>
  <inkml:trace contextRef="#ctx0" brushRef="#br0">23356 3660 57 0,'0'0'0'0,"20"-39"26"0,49-10-14 0,-19 19-5 0,0 10-5 0,-1 10-1 0,-19 10-21 0,0 10-62 0</inkml:trace>
  <inkml:trace contextRef="#ctx0" brushRef="#br0">21788 4990 7 0,'0'0'0'0,"-9"-60"17"0,18 11 8 0,1 10-9 0,10 9-8 0,-10 30-2 0,0 19-1 0,-10 21-3 0,0 10-1 0,0-1-1 0,10-9 1 0,10-10-2 0,21-41 1 0,7-19-1 0,-9-39 4 0,-8 20-2 0,-12 10 0 0,-10 9-1 0,12 30-1 0,-11 10 2 0,-10 20 0 0,-10 18 0 0,0-18-1 0,10-19 1 0,0-22 2 0,0-38-2 0,20-10 0 0,0 38-3 0,0 2 1 0,19 19 0 0,1 10 2 0,0-1 0 0,-10 2-2 0,19 8 0 0,-9-19 0 0,0-19 2 0,-1-21-1 0,-19-9 1 0,-10 28-1 0,-10 21-1 0,10 40 0 0,10 49 1 0,-10 31-1 0,0-21 1 0,-10-21-1 0,0-47 3 0,0-31 2 0,-10-69 0 0,0-100-2 0,20-10-1 0,10 110-2 0,19 49 0 0,11 40-1 0,-41 20 2 0,-48 8-1 0,-9-27-5 0,17-21-18 0,31-10-25 0,20-10 28 0</inkml:trace>
  <inkml:trace contextRef="#ctx0" brushRef="#br0">22671 4653 9 0,'19'-40'30'0,"-8"21"2"0,-11 19-18 0,0 0-9 0,0 19-4 0,10 11-1 0,-10-11 1 0,10 2 0 0,0-2-1 0,0-19 0 0,0 0 0 0,10 0 2 0,0-29-2 0,-1-1 1 0,11 0 1 0,-10 20-2 0,-10 20 0 0,10 30-1 0,0-20 3 0,29-20-2 0,11-30 2 0,-11-39-1 0,-19-30 1 0,-10-21 0 0,-20 21 1 0,-10 89-1 0,-10 50-2 0,0 79-1 0,50-10 0 0,0-10 0 0,-10-39-37 0,0-40-21 0</inkml:trace>
  <inkml:trace contextRef="#ctx0" brushRef="#br0">23118 4434 45 0,'0'0'6'0,"10"-29"7"0,100-21-12 0,-32 30-54 0</inkml:trace>
  <inkml:trace contextRef="#ctx0" brushRef="#br0">22096 4455 70 0,'-79'0'2'0,"178"-40"-19"0,-20 19-31 0</inkml:trace>
  <inkml:trace contextRef="#ctx0" brushRef="#br0">23703 4385 8 0,'0'0'8'0,"-10"-21"15"0,10 3-1 0,0-2-11 0,0 10-6 0,0 10-2 0,10 0 10 0,-10 0-11 0,10-10 2 0,0-1 0 0,0 2 0 0,-10-1-1 0,10 10-4 0,0 30 2 0,10 39-1 0,10-19-1 0,-1-11 1 0,-9-39 2 0,1-30 1 0,-12-19-1 0,1-20-1 0,-1 29 1 0,2 29-7 0,28 22-24 0,-9 29 7 0,0-21 16 0,10-19 11 0,9-19-1 0,1-21-1 0,-1 10 1 0,-29 1 3 0,-20 19 1 0,-29 10-4 0,-11 18-2 0,10 13-1 0,20 8-2 0,40-8-1 0,29-31-1 0,-19-31 0 0,30 1-1 0,-1 1 3 0,-29 0 5 0,-30 29 1 0,-30 18-2 0,-10 13-3 0,20-1-2 0,30-21 1 0,30-9-2 0,20-30 0 0,-11-18 1 0,0-43-1 0,-9-17 0 0,-30-1 3 0,-20 40 1 0,-10 58 0 0,-20 61 3 0,10 49-3 0,10 11-6 0,20-21-33 0,0-49-1 0</inkml:trace>
  <inkml:trace contextRef="#ctx0" brushRef="#br0">24567 4048 16 0,'0'0'2'0,"19"0"0"0,21-10 8 0,10-10 1 0,9 10 2 0,-9-1-3 0,-20 2-6 0,-20 9 1 0,-10 20-1 0,0-1-3 0,9 12-1 0,1-11 0 0,10-10 0 0,0-2-2 0,0-16 5 0,-10-13 0 0,-10-8 0 0,-20-1-2 0,0 10 2 0,0 10-2 0,0 10 1 0,11 0-3 0,9 0 2 0,9-10-6 0,31-9 2 0,20 9-3 0,-1 20 6 0,1 29-1 0,-21 0 2 0,-19-18 2 0,-10-21 2 0,20-51-5 0,10-7-1 0,9 8-1 0,-9 30 1 0,-10 20-35 0,-30 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996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44d658b016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44d658b016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9986dc0089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9986dc0089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9986dc0089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9986dc0089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that perceptron will have outputs as +1 and -1 always.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ca2b7448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ca2b7448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 that perceptron will have outputs as +1 and -1 always.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ca2b74484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ca2b74484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61b0c4569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61b0c4569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986dc008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986dc008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9986dc0089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9986dc0089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equations and 3 unknown. Easily solved using linear algebra.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9986dc0089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9986dc0089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ca2b74484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8ca2b74484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ca2b74484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ca2b74484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ca2b74484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ca2b74484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9986dc0089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9986dc0089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this as exercise for the students.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9986dc008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9986dc008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9986dc008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9986dc008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ca2b74484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ca2b74484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ca2b74484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ca2b74484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ca2b74484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ca2b74484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ca2b74484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ca2b74484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744488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ca2b74484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ca2b74484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177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ca2b74484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ca2b74484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80503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ca2b74484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ca2b74484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ca2b74484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ca2b74484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learning rate is in next slide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ca2b744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ca2b744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ca2b7448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8ca2b7448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aim to find the optimal decision boundary that can separate the classes.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ca2b74484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ca2b74484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aim to find the optimal decision boundary that can separate the classes.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ca2b7448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ca2b7448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perceptron can take any number of inputs. Each input connection will have a weight associated with it. The aim is to find the values of these parameters that can draw a decision boundary that will separate the classes. The computation remind the same ie take the sign of the weighted sum and compute output response for each example.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ca2b74484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8ca2b74484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perceptron can take any number of inputs. Each input connection will have a weight associated with it. The aim is to find the values of these parameters that can draw a decision boundary that will separate the classes. The computation remind the same ie take the sign of the weighted sum and compute output response for each example.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ca2b74484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ca2b74484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this as exercise for the students.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9986dc008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9986dc008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this as exercise for the students.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ca2b74484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ca2b74484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9986dc0089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9986dc0089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896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7107B"/>
              </a:buClr>
              <a:buSzPts val="3600"/>
              <a:buNone/>
              <a:defRPr sz="3600">
                <a:solidFill>
                  <a:srgbClr val="37107B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6315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950800"/>
            <a:ext cx="8520600" cy="39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95300" y="4770774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9109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255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652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1185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4281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695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26099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70513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582447" y="468896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685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image" Target="../media/image1.png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12.xml" /><Relationship Id="rId7" Type="http://schemas.openxmlformats.org/officeDocument/2006/relationships/slideLayout" Target="../slideLayouts/slideLayout16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15.xml" /><Relationship Id="rId11" Type="http://schemas.openxmlformats.org/officeDocument/2006/relationships/slideLayout" Target="../slideLayouts/slideLayout20.xml" /><Relationship Id="rId5" Type="http://schemas.openxmlformats.org/officeDocument/2006/relationships/slideLayout" Target="../slideLayouts/slideLayout14.xml" /><Relationship Id="rId10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13.xml" /><Relationship Id="rId9" Type="http://schemas.openxmlformats.org/officeDocument/2006/relationships/slideLayout" Target="../slideLayouts/slideLayout1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65855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0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png" /><Relationship Id="rId4" Type="http://schemas.openxmlformats.org/officeDocument/2006/relationships/customXml" Target="../ink/ink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9.png" /><Relationship Id="rId4" Type="http://schemas.openxmlformats.org/officeDocument/2006/relationships/customXml" Target="../ink/ink3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11.png" /><Relationship Id="rId4" Type="http://schemas.openxmlformats.org/officeDocument/2006/relationships/customXml" Target="../ink/ink4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14.png" /><Relationship Id="rId4" Type="http://schemas.openxmlformats.org/officeDocument/2006/relationships/customXml" Target="../ink/ink6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16.png" /><Relationship Id="rId4" Type="http://schemas.openxmlformats.org/officeDocument/2006/relationships/customXml" Target="../ink/ink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7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19.png" /><Relationship Id="rId4" Type="http://schemas.openxmlformats.org/officeDocument/2006/relationships/customXml" Target="../ink/ink9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21.png" /><Relationship Id="rId4" Type="http://schemas.openxmlformats.org/officeDocument/2006/relationships/customXml" Target="../ink/ink10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23.png" /><Relationship Id="rId4" Type="http://schemas.openxmlformats.org/officeDocument/2006/relationships/customXml" Target="../ink/ink11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25.png" /><Relationship Id="rId4" Type="http://schemas.openxmlformats.org/officeDocument/2006/relationships/customXml" Target="../ink/ink1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27.png" /><Relationship Id="rId4" Type="http://schemas.openxmlformats.org/officeDocument/2006/relationships/customXml" Target="../ink/ink13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29.png" /><Relationship Id="rId4" Type="http://schemas.openxmlformats.org/officeDocument/2006/relationships/customXml" Target="../ink/ink14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31.png" /><Relationship Id="rId4" Type="http://schemas.openxmlformats.org/officeDocument/2006/relationships/customXml" Target="../ink/ink15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33.png" /><Relationship Id="rId4" Type="http://schemas.openxmlformats.org/officeDocument/2006/relationships/customXml" Target="../ink/ink16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4.xml" /><Relationship Id="rId5" Type="http://schemas.openxmlformats.org/officeDocument/2006/relationships/image" Target="../media/image35.png" /><Relationship Id="rId4" Type="http://schemas.openxmlformats.org/officeDocument/2006/relationships/customXml" Target="../ink/ink17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6.pn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38.png" /><Relationship Id="rId4" Type="http://schemas.openxmlformats.org/officeDocument/2006/relationships/customXml" Target="../ink/ink19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9.pn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1.png" /><Relationship Id="rId4" Type="http://schemas.openxmlformats.org/officeDocument/2006/relationships/customXml" Target="../ink/ink21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DUVcOoUIWhl8GQKc6AWR1wi0LaMeNkgD?usp=sharing" TargetMode="External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884075" y="1928288"/>
            <a:ext cx="5519703" cy="6434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lt1"/>
                </a:solidFill>
              </a:rPr>
              <a:t>Deep Neural Network</a:t>
            </a:r>
            <a:endParaRPr sz="4000" dirty="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884075" y="2571750"/>
            <a:ext cx="5664300" cy="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(AIML </a:t>
            </a:r>
            <a:r>
              <a:rPr lang="en-US" dirty="0">
                <a:solidFill>
                  <a:schemeClr val="lt1"/>
                </a:solidFill>
              </a:rPr>
              <a:t>ZG511</a:t>
            </a:r>
            <a:r>
              <a:rPr lang="en" dirty="0">
                <a:solidFill>
                  <a:schemeClr val="lt1"/>
                </a:solidFill>
              </a:rPr>
              <a:t>)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295775" y="3638270"/>
            <a:ext cx="42526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Neha Vinayak</a:t>
            </a:r>
            <a:b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neha.vinayak@pilani.bits-pilani.ac.in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DNN Team, BITS Pilani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7376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58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1714500" y="1448675"/>
            <a:ext cx="5688300" cy="15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author of this deck, Prof. Seetha Parameswaran, is gratefully acknowledging the authors who made their course materials freely available online.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</a:t>
            </a:r>
            <a:endParaRPr/>
          </a:p>
        </p:txBody>
      </p:sp>
      <p:sp>
        <p:nvSpPr>
          <p:cNvPr id="189" name="Google Shape;18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</a:t>
            </a:r>
            <a:endParaRPr/>
          </a:p>
        </p:txBody>
      </p:sp>
      <p:sp>
        <p:nvSpPr>
          <p:cNvPr id="195" name="Google Shape;195;p32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highlight>
                  <a:schemeClr val="lt1"/>
                </a:highlight>
              </a:rPr>
              <a:t>Perceptron = Simplest form of artificial neuron</a:t>
            </a:r>
            <a:endParaRPr sz="1900">
              <a:highlight>
                <a:schemeClr val="lt1"/>
              </a:highlight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highlight>
                  <a:schemeClr val="lt1"/>
                </a:highlight>
              </a:rPr>
              <a:t>Perceptron was introduced by Rosenblatt in 1958.</a:t>
            </a:r>
            <a:endParaRPr sz="1900">
              <a:highlight>
                <a:schemeClr val="lt1"/>
              </a:highlight>
            </a:endParaRPr>
          </a:p>
        </p:txBody>
      </p:sp>
      <p:sp>
        <p:nvSpPr>
          <p:cNvPr id="196" name="Google Shape;196;p3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97" name="Google Shape;197;p32" title="Screenshot from 2025-10-15 12-10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100" y="1959203"/>
            <a:ext cx="4245800" cy="272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</a:t>
            </a:r>
            <a:endParaRPr/>
          </a:p>
        </p:txBody>
      </p:sp>
      <p:sp>
        <p:nvSpPr>
          <p:cNvPr id="203" name="Google Shape;203;p33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highlight>
                  <a:schemeClr val="lt1"/>
                </a:highlight>
              </a:rPr>
              <a:t>Perceptron = Simplest form of artificial neuron</a:t>
            </a:r>
            <a:endParaRPr sz="1900">
              <a:highlight>
                <a:schemeClr val="lt1"/>
              </a:highlight>
            </a:endParaRPr>
          </a:p>
        </p:txBody>
      </p:sp>
      <p:sp>
        <p:nvSpPr>
          <p:cNvPr id="204" name="Google Shape;204;p33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205" name="Google Shape;205;p33" title="Screenshot from 2025-10-15 12-10-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828800"/>
            <a:ext cx="7315200" cy="251511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C6C918-8B9C-CBCD-A5E3-FED8197667D8}"/>
                  </a:ext>
                </a:extLst>
              </p14:cNvPr>
              <p14:cNvContentPartPr/>
              <p14:nvPr/>
            </p14:nvContentPartPr>
            <p14:xfrm>
              <a:off x="2246760" y="1074960"/>
              <a:ext cx="6243840" cy="3776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C6C918-8B9C-CBCD-A5E3-FED8197667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7400" y="1065600"/>
                <a:ext cx="6262560" cy="379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&amp; Logic Gates</a:t>
            </a:r>
            <a:endParaRPr/>
          </a:p>
        </p:txBody>
      </p:sp>
      <p:sp>
        <p:nvSpPr>
          <p:cNvPr id="211" name="Google Shape;21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Representing Logic Gates using Perceptron</a:t>
            </a:r>
            <a:endParaRPr/>
          </a:p>
        </p:txBody>
      </p:sp>
      <p:sp>
        <p:nvSpPr>
          <p:cNvPr id="217" name="Google Shape;217;p35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Any linear decision can be represented by a Boolean equation.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quest is to find out how to represent the above using Perceptron.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For this we test whether each of the logic gates can be represented by a Perceptron.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18" name="Google Shape;218;p35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Logic Gate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</a:t>
            </a:r>
            <a:endParaRPr/>
          </a:p>
          <a:p>
            <a:pPr marL="9144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How to represent AND gate using a perceptron?</a:t>
            </a:r>
            <a:endParaRPr/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What are the parameters for the AND perceptron?</a:t>
            </a:r>
            <a:endParaRPr/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Data is given below.</a:t>
            </a:r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aphicFrame>
        <p:nvGraphicFramePr>
          <p:cNvPr id="226" name="Google Shape;226;p36"/>
          <p:cNvGraphicFramePr/>
          <p:nvPr>
            <p:extLst>
              <p:ext uri="{D42A27DB-BD31-4B8C-83A1-F6EECF244321}">
                <p14:modId xmlns:p14="http://schemas.microsoft.com/office/powerpoint/2010/main" val="1996835573"/>
              </p:ext>
            </p:extLst>
          </p:nvPr>
        </p:nvGraphicFramePr>
        <p:xfrm>
          <a:off x="3707156" y="2747469"/>
          <a:ext cx="4245996" cy="2011530"/>
        </p:xfrm>
        <a:graphic>
          <a:graphicData uri="http://schemas.openxmlformats.org/drawingml/2006/table">
            <a:tbl>
              <a:tblPr>
                <a:noFill/>
                <a:tableStyleId>{50FC60E1-CCDB-4A60-AB2C-E36D62583BF8}</a:tableStyleId>
              </a:tblPr>
              <a:tblGrid>
                <a:gridCol w="141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5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/>
                        <a:t>x1</a:t>
                      </a:r>
                      <a:endParaRPr sz="1600" b="1" dirty="0"/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/>
                        <a:t>x2</a:t>
                      </a:r>
                      <a:endParaRPr sz="1600" b="1" dirty="0"/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t</a:t>
                      </a:r>
                      <a:r>
                        <a:rPr lang="en-US" sz="1600" b="1" baseline="0" dirty="0"/>
                        <a:t> (</a:t>
                      </a:r>
                      <a:r>
                        <a:rPr lang="en" sz="1600" b="1" dirty="0"/>
                        <a:t>x1 and x2)</a:t>
                      </a:r>
                      <a:endParaRPr sz="1600" b="1" dirty="0"/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384274-21CC-ED5F-88EC-73DD578CF5AE}"/>
                  </a:ext>
                </a:extLst>
              </p14:cNvPr>
              <p14:cNvContentPartPr/>
              <p14:nvPr/>
            </p14:nvContentPartPr>
            <p14:xfrm>
              <a:off x="4354200" y="2421720"/>
              <a:ext cx="3925800" cy="2271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384274-21CC-ED5F-88EC-73DD578CF5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4840" y="2412360"/>
                <a:ext cx="3944520" cy="229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for AND gate</a:t>
            </a:r>
            <a:endParaRPr/>
          </a:p>
        </p:txBody>
      </p:sp>
      <p:sp>
        <p:nvSpPr>
          <p:cNvPr id="232" name="Google Shape;23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233" name="Google Shape;233;p37" title="Screenshot from 2025-10-15 13-15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1" cy="36889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295553" y="3062177"/>
            <a:ext cx="3668233" cy="17118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925E8F-F514-6B65-BADF-4B8D7D980BAC}"/>
                  </a:ext>
                </a:extLst>
              </p14:cNvPr>
              <p14:cNvContentPartPr/>
              <p14:nvPr/>
            </p14:nvContentPartPr>
            <p14:xfrm>
              <a:off x="775080" y="799560"/>
              <a:ext cx="8365680" cy="4187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925E8F-F514-6B65-BADF-4B8D7D980B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720" y="790200"/>
                <a:ext cx="8384400" cy="420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Perceptron for AND gate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240" name="Google Shape;240;p38" title="Screenshot from 2025-10-15 13-15-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199" cy="367553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B2AE9E-0BC7-B007-D049-EC9E5CB1ED47}"/>
                  </a:ext>
                </a:extLst>
              </p14:cNvPr>
              <p14:cNvContentPartPr/>
              <p14:nvPr/>
            </p14:nvContentPartPr>
            <p14:xfrm>
              <a:off x="2314440" y="1764000"/>
              <a:ext cx="6765480" cy="3115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B2AE9E-0BC7-B007-D049-EC9E5CB1ED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5080" y="1754640"/>
                <a:ext cx="6784200" cy="313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Logic Gate</a:t>
            </a:r>
            <a:endParaRPr/>
          </a:p>
        </p:txBody>
      </p:sp>
      <p:sp>
        <p:nvSpPr>
          <p:cNvPr id="246" name="Google Shape;246;p39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Question:</a:t>
            </a:r>
            <a:endParaRPr/>
          </a:p>
          <a:p>
            <a:pPr marL="9144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How to represent OR gate using a perceptron?</a:t>
            </a:r>
            <a:endParaRPr/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What are the parameters for the OR perceptron?</a:t>
            </a:r>
            <a:endParaRPr/>
          </a:p>
          <a:p>
            <a:pPr marL="9144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Data is given below.</a:t>
            </a:r>
            <a:endParaRPr/>
          </a:p>
        </p:txBody>
      </p:sp>
      <p:sp>
        <p:nvSpPr>
          <p:cNvPr id="247" name="Google Shape;247;p39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aphicFrame>
        <p:nvGraphicFramePr>
          <p:cNvPr id="248" name="Google Shape;248;p39"/>
          <p:cNvGraphicFramePr/>
          <p:nvPr>
            <p:extLst>
              <p:ext uri="{D42A27DB-BD31-4B8C-83A1-F6EECF244321}">
                <p14:modId xmlns:p14="http://schemas.microsoft.com/office/powerpoint/2010/main" val="1246748883"/>
              </p:ext>
            </p:extLst>
          </p:nvPr>
        </p:nvGraphicFramePr>
        <p:xfrm>
          <a:off x="3781584" y="2747469"/>
          <a:ext cx="3895122" cy="2011530"/>
        </p:xfrm>
        <a:graphic>
          <a:graphicData uri="http://schemas.openxmlformats.org/drawingml/2006/table">
            <a:tbl>
              <a:tblPr>
                <a:noFill/>
                <a:tableStyleId>{50FC60E1-CCDB-4A60-AB2C-E36D62583BF8}</a:tableStyleId>
              </a:tblPr>
              <a:tblGrid>
                <a:gridCol w="1298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/>
                        <a:t>x1</a:t>
                      </a:r>
                      <a:endParaRPr sz="1600" b="1" dirty="0"/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/>
                        <a:t>x2</a:t>
                      </a:r>
                      <a:endParaRPr sz="1600" b="1" dirty="0"/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t</a:t>
                      </a:r>
                      <a:r>
                        <a:rPr lang="en-US" sz="1600" b="1" baseline="0" dirty="0"/>
                        <a:t> (</a:t>
                      </a:r>
                      <a:r>
                        <a:rPr lang="en" sz="1600" b="1" baseline="0" dirty="0"/>
                        <a:t>x1</a:t>
                      </a:r>
                      <a:r>
                        <a:rPr lang="en" sz="1600" b="1" dirty="0"/>
                        <a:t> or x2)</a:t>
                      </a:r>
                      <a:endParaRPr sz="1600" b="1" dirty="0"/>
                    </a:p>
                  </a:txBody>
                  <a:tcPr marL="91425" marR="91425" marT="91425" marB="91425"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7F3435-CFCF-9062-7189-43F616682276}"/>
                  </a:ext>
                </a:extLst>
              </p14:cNvPr>
              <p14:cNvContentPartPr/>
              <p14:nvPr/>
            </p14:nvContentPartPr>
            <p14:xfrm>
              <a:off x="4429080" y="2442960"/>
              <a:ext cx="2811600" cy="389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7F3435-CFCF-9062-7189-43F6166822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9720" y="2433600"/>
                <a:ext cx="2830320" cy="40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Perceptron for OR gate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255" name="Google Shape;255;p40" title="Screenshot from 2025-10-15 13-15-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0" cy="35388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939812" y="1871635"/>
            <a:ext cx="2147777" cy="12759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73657" y="3459579"/>
            <a:ext cx="2147777" cy="12759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F5BF21-8DAA-5D0A-F1C3-78133AFCD4A7}"/>
                  </a:ext>
                </a:extLst>
              </p14:cNvPr>
              <p14:cNvContentPartPr/>
              <p14:nvPr/>
            </p14:nvContentPartPr>
            <p14:xfrm>
              <a:off x="1546200" y="1892880"/>
              <a:ext cx="6415560" cy="3132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F5BF21-8DAA-5D0A-F1C3-78133AFCD4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6840" y="1883520"/>
                <a:ext cx="6434280" cy="315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Perceptron for OR gate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262" name="Google Shape;262;p41" title="Screenshot from 2025-10-15 13-16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1" cy="343232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E8FB38-6C29-1267-1149-B946836877E6}"/>
                  </a:ext>
                </a:extLst>
              </p14:cNvPr>
              <p14:cNvContentPartPr/>
              <p14:nvPr/>
            </p14:nvContentPartPr>
            <p14:xfrm>
              <a:off x="2500200" y="2388960"/>
              <a:ext cx="4454640" cy="2579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E8FB38-6C29-1267-1149-B946836877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0840" y="2379600"/>
                <a:ext cx="4473360" cy="259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268" name="Google Shape;268;p42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Represent OR gate using Perceptron. Compute the parameters of the perceptron.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Represent NOR gate using Perceptron. Compute the parameters of the perceptron.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Represent NAND gate using Perceptron. Compute the parameters of the perceptron.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69" name="Google Shape;269;p4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109CBD-813A-D2CD-FE00-B98E9CAFF157}"/>
                  </a:ext>
                </a:extLst>
              </p14:cNvPr>
              <p14:cNvContentPartPr/>
              <p14:nvPr/>
            </p14:nvContentPartPr>
            <p14:xfrm>
              <a:off x="371520" y="2017800"/>
              <a:ext cx="482400" cy="87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109CBD-813A-D2CD-FE00-B98E9CAFF1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2160" y="2008440"/>
                <a:ext cx="501120" cy="89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Algorithm</a:t>
            </a:r>
            <a:endParaRPr/>
          </a:p>
        </p:txBody>
      </p:sp>
      <p:sp>
        <p:nvSpPr>
          <p:cNvPr id="275" name="Google Shape;275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Algorithm</a:t>
            </a:r>
            <a:endParaRPr/>
          </a:p>
        </p:txBody>
      </p:sp>
      <p:sp>
        <p:nvSpPr>
          <p:cNvPr id="281" name="Google Shape;281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282" name="Google Shape;282;p44" title="Screenshot from 2025-10-15 13-16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1" cy="347328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D713B2-C071-8BA2-5D00-96807A76E8E2}"/>
                  </a:ext>
                </a:extLst>
              </p14:cNvPr>
              <p14:cNvContentPartPr/>
              <p14:nvPr/>
            </p14:nvContentPartPr>
            <p14:xfrm>
              <a:off x="285840" y="1713960"/>
              <a:ext cx="7687080" cy="259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D713B2-C071-8BA2-5D00-96807A76E8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480" y="1704600"/>
                <a:ext cx="7705800" cy="260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Learning for NOT gate</a:t>
            </a:r>
            <a:endParaRPr/>
          </a:p>
        </p:txBody>
      </p:sp>
      <p:sp>
        <p:nvSpPr>
          <p:cNvPr id="288" name="Google Shape;28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65" y="1119398"/>
            <a:ext cx="7725524" cy="35438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5EFCC3-581E-89FA-CE22-494EEB9B5FD4}"/>
                  </a:ext>
                </a:extLst>
              </p14:cNvPr>
              <p14:cNvContentPartPr/>
              <p14:nvPr/>
            </p14:nvContentPartPr>
            <p14:xfrm>
              <a:off x="1285920" y="1149840"/>
              <a:ext cx="6311880" cy="336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5EFCC3-581E-89FA-CE22-494EEB9B5F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6560" y="1140480"/>
                <a:ext cx="6330600" cy="338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Perceptron Learning for NOT gate I</a:t>
            </a:r>
            <a:endParaRPr dirty="0"/>
          </a:p>
        </p:txBody>
      </p:sp>
      <p:sp>
        <p:nvSpPr>
          <p:cNvPr id="295" name="Google Shape;29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50723"/>
            <a:ext cx="7968173" cy="34124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B0EF9D-B779-22E2-60CF-2AA414DE64D4}"/>
                  </a:ext>
                </a:extLst>
              </p14:cNvPr>
              <p14:cNvContentPartPr/>
              <p14:nvPr/>
            </p14:nvContentPartPr>
            <p14:xfrm>
              <a:off x="743040" y="1964520"/>
              <a:ext cx="6629760" cy="2618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B0EF9D-B779-22E2-60CF-2AA414DE64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3680" y="1955160"/>
                <a:ext cx="6648480" cy="263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Perceptron Learning for NOT gate II</a:t>
            </a:r>
            <a:endParaRPr dirty="0"/>
          </a:p>
        </p:txBody>
      </p:sp>
      <p:sp>
        <p:nvSpPr>
          <p:cNvPr id="302" name="Google Shape;30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58" y="1238463"/>
            <a:ext cx="7452800" cy="32642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290C00-E221-1C70-3E59-7EC7E160261A}"/>
                  </a:ext>
                </a:extLst>
              </p14:cNvPr>
              <p14:cNvContentPartPr/>
              <p14:nvPr/>
            </p14:nvContentPartPr>
            <p14:xfrm>
              <a:off x="2521800" y="1317600"/>
              <a:ext cx="6240240" cy="3379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290C00-E221-1C70-3E59-7EC7E16026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2440" y="1308240"/>
                <a:ext cx="6258960" cy="339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Perceptron Learning for NOT gate III</a:t>
            </a:r>
            <a:endParaRPr dirty="0"/>
          </a:p>
        </p:txBody>
      </p:sp>
      <p:sp>
        <p:nvSpPr>
          <p:cNvPr id="302" name="Google Shape;30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302300"/>
            <a:ext cx="8266040" cy="33609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056295-BDAF-AA18-1502-E62826DAA683}"/>
                  </a:ext>
                </a:extLst>
              </p14:cNvPr>
              <p14:cNvContentPartPr/>
              <p14:nvPr/>
            </p14:nvContentPartPr>
            <p14:xfrm>
              <a:off x="1139400" y="1432080"/>
              <a:ext cx="7847640" cy="3540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056295-BDAF-AA18-1502-E62826DAA6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0040" y="1422720"/>
                <a:ext cx="7866360" cy="355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1015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Perceptron Learning for NOT gate IV</a:t>
            </a:r>
            <a:endParaRPr dirty="0"/>
          </a:p>
        </p:txBody>
      </p:sp>
      <p:sp>
        <p:nvSpPr>
          <p:cNvPr id="302" name="Google Shape;30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28" y="1245731"/>
            <a:ext cx="7987380" cy="34174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3BE265-D1F1-1EB4-569A-7257487CF103}"/>
                  </a:ext>
                </a:extLst>
              </p14:cNvPr>
              <p14:cNvContentPartPr/>
              <p14:nvPr/>
            </p14:nvContentPartPr>
            <p14:xfrm>
              <a:off x="2075400" y="1024920"/>
              <a:ext cx="6772320" cy="3722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3BE265-D1F1-1EB4-569A-7257487CF1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6040" y="1015560"/>
                <a:ext cx="6791040" cy="374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8887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Perceptron Learning for NOT gate V</a:t>
            </a:r>
            <a:endParaRPr dirty="0"/>
          </a:p>
        </p:txBody>
      </p:sp>
      <p:sp>
        <p:nvSpPr>
          <p:cNvPr id="302" name="Google Shape;30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67" y="1210825"/>
            <a:ext cx="8236691" cy="31522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F0F27D-0FEF-366F-B192-9781FA5228E1}"/>
                  </a:ext>
                </a:extLst>
              </p14:cNvPr>
              <p14:cNvContentPartPr/>
              <p14:nvPr/>
            </p14:nvContentPartPr>
            <p14:xfrm>
              <a:off x="1132200" y="3057480"/>
              <a:ext cx="6433560" cy="1146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F0F27D-0FEF-366F-B192-9781FA5228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2840" y="3048120"/>
                <a:ext cx="6452280" cy="116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5717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XOR Problem</a:t>
            </a:r>
            <a:endParaRPr/>
          </a:p>
        </p:txBody>
      </p:sp>
      <p:sp>
        <p:nvSpPr>
          <p:cNvPr id="309" name="Google Shape;309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310" name="Google Shape;310;p48" title="Screenshot from 2025-10-15 12-11-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0" cy="295028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86642B-8F27-04C5-B631-67C330F31458}"/>
                  </a:ext>
                </a:extLst>
              </p14:cNvPr>
              <p14:cNvContentPartPr/>
              <p14:nvPr/>
            </p14:nvContentPartPr>
            <p14:xfrm>
              <a:off x="1153800" y="228600"/>
              <a:ext cx="5447520" cy="303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86642B-8F27-04C5-B631-67C330F314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4440" y="219240"/>
                <a:ext cx="5466240" cy="305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Single Perceptron Fails on XOR</a:t>
            </a:r>
            <a:endParaRPr/>
          </a:p>
        </p:txBody>
      </p:sp>
      <p:sp>
        <p:nvSpPr>
          <p:cNvPr id="316" name="Google Shape;316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317" name="Google Shape;317;p49" title="Screenshot from 2025-10-15 12-11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6858001" cy="359555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75C17C-8EF2-D350-FA5F-AC953468D482}"/>
                  </a:ext>
                </a:extLst>
              </p14:cNvPr>
              <p14:cNvContentPartPr/>
              <p14:nvPr/>
            </p14:nvContentPartPr>
            <p14:xfrm>
              <a:off x="2275200" y="4139640"/>
              <a:ext cx="5361840" cy="63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75C17C-8EF2-D350-FA5F-AC953468D4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5840" y="4130280"/>
                <a:ext cx="5380560" cy="65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Linearly Separable Data</a:t>
            </a:r>
            <a:endParaRPr/>
          </a:p>
        </p:txBody>
      </p:sp>
      <p:sp>
        <p:nvSpPr>
          <p:cNvPr id="330" name="Google Shape;330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Linearly Separable Data</a:t>
            </a:r>
            <a:endParaRPr/>
          </a:p>
        </p:txBody>
      </p:sp>
      <p:sp>
        <p:nvSpPr>
          <p:cNvPr id="336" name="Google Shape;336;p52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b="1"/>
              <a:t>Two sets  data points are separable in a n-dimensional space if they can be separated by an (n-1) dimensional hyperplane.</a:t>
            </a:r>
            <a:endParaRPr b="1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 straight line can be drawn to separate all the data examples belonging to class +1 from all the examples belonging to the class -1. Then the two-dimensional data are clearly linearly separable.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An infinite number of straight lines can be drawn to separate the class +1 from the class -1.</a:t>
            </a:r>
            <a:endParaRPr/>
          </a:p>
        </p:txBody>
      </p:sp>
      <p:sp>
        <p:nvSpPr>
          <p:cNvPr id="337" name="Google Shape;337;p52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F45E18-2D35-605B-2717-1F726F518499}"/>
                  </a:ext>
                </a:extLst>
              </p14:cNvPr>
              <p14:cNvContentPartPr/>
              <p14:nvPr/>
            </p14:nvContentPartPr>
            <p14:xfrm>
              <a:off x="614520" y="1785960"/>
              <a:ext cx="8526240" cy="312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F45E18-2D35-605B-2717-1F726F5184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160" y="1776600"/>
                <a:ext cx="8544960" cy="314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Linearly vs Non-Linearly Separable Data</a:t>
            </a:r>
            <a:endParaRPr/>
          </a:p>
        </p:txBody>
      </p:sp>
      <p:sp>
        <p:nvSpPr>
          <p:cNvPr id="343" name="Google Shape;343;p53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344" name="Google Shape;34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1097280"/>
            <a:ext cx="7315201" cy="300972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82C36F-6CB7-4DA8-3B27-45764EC0EC69}"/>
                  </a:ext>
                </a:extLst>
              </p14:cNvPr>
              <p14:cNvContentPartPr/>
              <p14:nvPr/>
            </p14:nvContentPartPr>
            <p14:xfrm>
              <a:off x="2343240" y="4114800"/>
              <a:ext cx="4797360" cy="585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82C36F-6CB7-4DA8-3B27-45764EC0EC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3880" y="4105440"/>
                <a:ext cx="4816080" cy="60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for Linearly Separable Data</a:t>
            </a:r>
            <a:endParaRPr/>
          </a:p>
        </p:txBody>
      </p:sp>
      <p:sp>
        <p:nvSpPr>
          <p:cNvPr id="350" name="Google Shape;350;p54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351" name="Google Shape;351;p54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Truth tables or set of examples</a:t>
            </a:r>
            <a:r>
              <a:rPr lang="en" sz="1800"/>
              <a:t> </a:t>
            </a:r>
            <a:endParaRPr sz="180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Perceptron</a:t>
            </a:r>
            <a:endParaRPr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Inputs x are the features or columns</a:t>
            </a:r>
            <a:endParaRPr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Target output t is the required label</a:t>
            </a:r>
            <a:endParaRPr sz="180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Objective Function</a:t>
            </a:r>
            <a:endParaRPr sz="1800"/>
          </a:p>
          <a:p>
            <a:pPr marL="914400" marR="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Deviation of desired output or target t and the computed output ŷ</a:t>
            </a:r>
            <a:endParaRPr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Learning Algorithm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Perceptron Learning algorithm</a:t>
            </a:r>
            <a:endParaRPr sz="180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Challenge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to learn these n + 1 parameters w</a:t>
            </a:r>
            <a:r>
              <a:rPr lang="en" baseline="-25000"/>
              <a:t>0</a:t>
            </a:r>
            <a:r>
              <a:rPr lang="en"/>
              <a:t> , w</a:t>
            </a:r>
            <a:r>
              <a:rPr lang="en" baseline="-25000"/>
              <a:t>1</a:t>
            </a:r>
            <a:r>
              <a:rPr lang="en"/>
              <a:t> . w</a:t>
            </a:r>
            <a:r>
              <a:rPr lang="en" baseline="-25000"/>
              <a:t>2</a:t>
            </a:r>
            <a:r>
              <a:rPr lang="en"/>
              <a:t> . . . w</a:t>
            </a:r>
            <a:r>
              <a:rPr lang="en" baseline="-25000"/>
              <a:t>n</a:t>
            </a:r>
            <a:r>
              <a:rPr lang="en"/>
              <a:t> ?</a:t>
            </a:r>
            <a:endParaRPr sz="1800"/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Solution</a:t>
            </a:r>
            <a:endParaRPr sz="1800"/>
          </a:p>
          <a:p>
            <a:pPr marL="914400" lvl="1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 Perceptron learning algorithm.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F92A5F-D095-94C8-AA7F-E489DC0BA74B}"/>
                  </a:ext>
                </a:extLst>
              </p14:cNvPr>
              <p14:cNvContentPartPr/>
              <p14:nvPr/>
            </p14:nvContentPartPr>
            <p14:xfrm>
              <a:off x="7414920" y="1667520"/>
              <a:ext cx="1186200" cy="42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F92A5F-D095-94C8-AA7F-E489DC0BA7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5560" y="1658160"/>
                <a:ext cx="1204920" cy="448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for Linearly Separable Data</a:t>
            </a:r>
            <a:endParaRPr/>
          </a:p>
        </p:txBody>
      </p:sp>
      <p:sp>
        <p:nvSpPr>
          <p:cNvPr id="357" name="Google Shape;357;p55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74" y="1339448"/>
            <a:ext cx="7527851" cy="32641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5C428E-0031-237A-6000-2DCC027E4DBA}"/>
                  </a:ext>
                </a:extLst>
              </p14:cNvPr>
              <p14:cNvContentPartPr/>
              <p14:nvPr/>
            </p14:nvContentPartPr>
            <p14:xfrm>
              <a:off x="4336200" y="1256760"/>
              <a:ext cx="4776120" cy="3054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5C428E-0031-237A-6000-2DCC027E4D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6840" y="1247400"/>
                <a:ext cx="4794840" cy="307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Concepts</a:t>
            </a:r>
            <a:endParaRPr/>
          </a:p>
        </p:txBody>
      </p:sp>
      <p:sp>
        <p:nvSpPr>
          <p:cNvPr id="372" name="Google Shape;372;p57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099"/>
            <a:ext cx="9088118" cy="3581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Practice Problems</a:t>
            </a:r>
            <a:endParaRPr dirty="0"/>
          </a:p>
        </p:txBody>
      </p:sp>
      <p:sp>
        <p:nvSpPr>
          <p:cNvPr id="364" name="Google Shape;364;p56"/>
          <p:cNvSpPr txBox="1">
            <a:spLocks noGrp="1"/>
          </p:cNvSpPr>
          <p:nvPr>
            <p:ph type="body" idx="1"/>
          </p:nvPr>
        </p:nvSpPr>
        <p:spPr>
          <a:xfrm>
            <a:off x="311700" y="1247700"/>
            <a:ext cx="8520600" cy="3239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dirty="0"/>
              <a:t>Represent OR gate using Perceptron. Compute the parameters of the perceptron using perceptron learning algorithm.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dirty="0"/>
              <a:t>Represent AND gate using Perceptron. Compute the parameters of the perceptron using perceptron learning algorithm. 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dirty="0"/>
              <a:t>Represent NOR gate using Perceptron. Compute the parameters of the perceptron using perceptron learning algorithm.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dirty="0"/>
              <a:t>Represent NAND gate using Perceptron. Compute the parameters of the perceptron using perceptron learning algorithm.</a:t>
            </a:r>
            <a:endParaRPr dirty="0"/>
          </a:p>
        </p:txBody>
      </p:sp>
      <p:sp>
        <p:nvSpPr>
          <p:cNvPr id="365" name="Google Shape;365;p56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0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Perceptron Demo Python Code</a:t>
            </a:r>
            <a:endParaRPr/>
          </a:p>
        </p:txBody>
      </p:sp>
      <p:sp>
        <p:nvSpPr>
          <p:cNvPr id="323" name="Google Shape;323;p50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https://colab.research.google.com/drive/1DUVcOoUIWhl8GQKc6AWR1wi0LaMeNkgD?usp=sharing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dirty="0"/>
              <a:t>Student pl note: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 dirty="0"/>
              <a:t>The Python notebook is shared for anyone who has access to the link and the access is restricted to use BITS email id. So pl do not access from non-BITS email id and send requests for access. </a:t>
            </a:r>
            <a:endParaRPr sz="1900" dirty="0"/>
          </a:p>
        </p:txBody>
      </p:sp>
      <p:sp>
        <p:nvSpPr>
          <p:cNvPr id="324" name="Google Shape;324;p50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8"/>
          <p:cNvSpPr txBox="1">
            <a:spLocks noGrp="1"/>
          </p:cNvSpPr>
          <p:nvPr>
            <p:ph type="sldNum" idx="12"/>
          </p:nvPr>
        </p:nvSpPr>
        <p:spPr>
          <a:xfrm>
            <a:off x="8595300" y="4603599"/>
            <a:ext cx="548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378" name="Google Shape;378;p58"/>
          <p:cNvSpPr txBox="1">
            <a:spLocks noGrp="1"/>
          </p:cNvSpPr>
          <p:nvPr>
            <p:ph type="title"/>
          </p:nvPr>
        </p:nvSpPr>
        <p:spPr>
          <a:xfrm>
            <a:off x="311700" y="14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79" name="Google Shape;379;p58"/>
          <p:cNvSpPr txBox="1">
            <a:spLocks noGrp="1"/>
          </p:cNvSpPr>
          <p:nvPr>
            <p:ph type="body" idx="1"/>
          </p:nvPr>
        </p:nvSpPr>
        <p:spPr>
          <a:xfrm>
            <a:off x="311700" y="1018475"/>
            <a:ext cx="8520600" cy="3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Zhang et al. "Dive into Deep Learning" - Chapter 1 https://d2l.ai/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http://mlsp.cs.cmu.edu/people/rsingh/docs/Chapter1_Introduction.pdf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Goodfellow, Bengio, Courville - "Deep Learning" Chapters 1-6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Rosenblatt, F. (1958) - "The Perceptron: A Probabilistic Model”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Minsky &amp; Papert (1969) - "Perceptrons" (Historical perspective)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700"/>
              <a:t>Thank You :)</a:t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269774655960a1f364fb373cfdb19387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0f3c1362c9e8f2540a0f1923835f41ad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64C95CE4-0786-4349-9E51-75FC10B88378}"/>
</file>

<file path=customXml/itemProps2.xml><?xml version="1.0" encoding="utf-8"?>
<ds:datastoreItem xmlns:ds="http://schemas.openxmlformats.org/officeDocument/2006/customXml" ds:itemID="{87CAACC6-390C-4AA5-8498-0CCC31B94DD4}"/>
</file>

<file path=customXml/itemProps3.xml><?xml version="1.0" encoding="utf-8"?>
<ds:datastoreItem xmlns:ds="http://schemas.openxmlformats.org/officeDocument/2006/customXml" ds:itemID="{79E844CC-D349-4C58-BAE7-33A89716C57C}"/>
</file>

<file path=docProps/app.xml><?xml version="1.0" encoding="utf-8"?>
<Properties xmlns="http://schemas.openxmlformats.org/officeDocument/2006/extended-properties" xmlns:vt="http://schemas.openxmlformats.org/officeDocument/2006/docPropsVTypes">
  <TotalTime>3763</TotalTime>
  <Words>991</Words>
  <Application>Microsoft Office PowerPoint</Application>
  <PresentationFormat>On-screen Show (16:9)</PresentationFormat>
  <Paragraphs>169</Paragraphs>
  <Slides>33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Simple Light</vt:lpstr>
      <vt:lpstr>1_Simple Light</vt:lpstr>
      <vt:lpstr>Deep Neural Network</vt:lpstr>
      <vt:lpstr>The author of this deck, Prof. Seetha Parameswaran, is gratefully acknowledging the authors who made their course materials freely available online.</vt:lpstr>
      <vt:lpstr>Perceptron</vt:lpstr>
      <vt:lpstr>Perceptron</vt:lpstr>
      <vt:lpstr>Perceptron</vt:lpstr>
      <vt:lpstr>Perceptron &amp; Logic Gates</vt:lpstr>
      <vt:lpstr>Representing Logic Gates using Perceptron</vt:lpstr>
      <vt:lpstr>AND Logic Gate</vt:lpstr>
      <vt:lpstr>Perceptron for AND gate</vt:lpstr>
      <vt:lpstr>Perceptron for AND gate </vt:lpstr>
      <vt:lpstr>OR Logic Gate</vt:lpstr>
      <vt:lpstr>Perceptron for OR gate </vt:lpstr>
      <vt:lpstr>Perceptron for OR gate </vt:lpstr>
      <vt:lpstr>Exercise</vt:lpstr>
      <vt:lpstr>Perceptron Learning Algorithm</vt:lpstr>
      <vt:lpstr>Perceptron Learning Algorithm</vt:lpstr>
      <vt:lpstr>Perceptron Learning for NOT gate</vt:lpstr>
      <vt:lpstr>Perceptron Learning for NOT gate I</vt:lpstr>
      <vt:lpstr>Perceptron Learning for NOT gate II</vt:lpstr>
      <vt:lpstr>Perceptron Learning for NOT gate III</vt:lpstr>
      <vt:lpstr>Perceptron Learning for NOT gate IV</vt:lpstr>
      <vt:lpstr>Perceptron Learning for NOT gate V</vt:lpstr>
      <vt:lpstr>The XOR Problem</vt:lpstr>
      <vt:lpstr>Why Single Perceptron Fails on XOR</vt:lpstr>
      <vt:lpstr>Linearly Separable Data</vt:lpstr>
      <vt:lpstr>Linearly Separable Data</vt:lpstr>
      <vt:lpstr>Linearly vs Non-Linearly Separable Data</vt:lpstr>
      <vt:lpstr>Perceptron for Linearly Separable Data</vt:lpstr>
      <vt:lpstr>Perceptron for Linearly Separable Data</vt:lpstr>
      <vt:lpstr>Key Concepts</vt:lpstr>
      <vt:lpstr>Practice Problems</vt:lpstr>
      <vt:lpstr>Perceptron Demo Python Code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Neural Network</dc:title>
  <cp:lastModifiedBy>Neha Vinayak .</cp:lastModifiedBy>
  <cp:revision>16</cp:revision>
  <dcterms:modified xsi:type="dcterms:W3CDTF">2025-11-09T06:15:54Z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